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Retail Footfall &amp; Inventory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D7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Adithya Reddy Madireddy   ·   X25120280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C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shelves sit unnoticed between stock walks, a fridge drifts warm between rounds, and checkout queues build in minutes — by the next walk-through the customers are already gone.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C2140"/>
          </a:solidFill>
          <a:ln w="12700">
            <a:solidFill>
              <a:srgbClr val="E8B2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stock floor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C2140"/>
          </a:solidFill>
          <a:ln w="12700">
            <a:solidFill>
              <a:srgbClr val="E8B2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/ footfall ceilings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C2140"/>
          </a:solidFill>
          <a:ln w="12700">
            <a:solidFill>
              <a:srgbClr val="E8B2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alert window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1A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Store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9D7B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9D7BC0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metrics · 2 stores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9D7B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9D7BC0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5B3A8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aggregate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5B3A8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5B3A8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7A52A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7A52A8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9D7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3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B3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fog gateway windows and aggregates beside the shop floor, and four retail-health rules raise an alert the moment a window crosses its threshold.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1A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5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retail-footfall-inventory-monitor.s3.us-east-1.amazonaws.com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2EEF8"/>
          </a:solidFill>
          <a:ln w="15240">
            <a:solidFill>
              <a:srgbClr val="7A52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48840"/>
            <a:ext cx="603504" cy="603504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estate KPIs, then per store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Footfall, shelf stock, fridge temperature, queue length and energy draw roll up to four estate tiles, then break out per store.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2EEF8"/>
          </a:solidFill>
          <a:ln w="15240">
            <a:solidFill>
              <a:srgbClr val="7A52A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603504" cy="603504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90872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Mixed-polarity rules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90872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stock has a depletion floor while queue and footfall have ceilings — each raises the moment its window crosses in the right direction.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F2EEF8"/>
          </a:solidFill>
          <a:ln w="15240">
            <a:solidFill>
              <a:srgbClr val="7A52A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48840"/>
            <a:ext cx="603504" cy="603504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67344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refrigeration warning on real data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67344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fridge drifting warm in one store raises the refrigeration warning on its card while the rest stay nominal.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1A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one buffer, many writers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F2EEF8"/>
          </a:solidFill>
          <a:ln w="19050">
            <a:solidFill>
              <a:srgbClr val="E8B2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B23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sensor reading arrives on its own web-server thread, and all of them write into one in-memory buffer while a timer empties it for each window. The interleavings that drop readings show up only under load and are nearly impossible to reproduce in a test — a lost reading makes the store-level numbers silently wrong, and nothing crashes.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F2EEF8"/>
          </a:solidFill>
          <a:ln w="19050">
            <a:solidFill>
              <a:srgbClr val="7A52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52A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actor mailbox: only one dedicated thread ever touches the buffer. A request just drops a message into that thread's mailbox and returns; a flush is itself a mailbox message, so it can never interleave with a write. The race is structurally impossible, not just locked away.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2026-07-24T07:20:52Z</dcterms:created>
  <dcterms:modified xsi:type="dcterms:W3CDTF">2026-07-24T07:20:52Z</dcterms:modified>
</cp:coreProperties>
</file>