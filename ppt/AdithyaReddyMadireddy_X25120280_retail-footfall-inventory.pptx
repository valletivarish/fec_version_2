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Retail Footfall &amp; Inventory Monitoring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2148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7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Adithya Reddy Madireddy   ·   X25120280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269748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DC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shelves sit unnoticed between stock walks, a fridge drifts warm between rounds, and checkout queues build in minutes — by the next walk-through the customers are already gone.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42062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2C2140"/>
          </a:solidFill>
          <a:ln w="12700">
            <a:solidFill>
              <a:srgbClr val="E8B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206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stock floor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538728" y="42062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2C2140"/>
          </a:solidFill>
          <a:ln w="12700">
            <a:solidFill>
              <a:srgbClr val="E8B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8728" y="4206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/ footfall ceilings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19088" y="42062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2C2140"/>
          </a:solidFill>
          <a:ln w="12700">
            <a:solidFill>
              <a:srgbClr val="E8B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4206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 alert window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8368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&amp; Edge Computing (H9FECC)   ·   deployed live on AWS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 Built — Store to Cloud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F2EEF8"/>
          </a:solidFill>
          <a:ln w="19050">
            <a:solidFill>
              <a:srgbClr val="9D7B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35024" y="2633472"/>
            <a:ext cx="182880" cy="182880"/>
          </a:xfrm>
          <a:prstGeom prst="ellipse">
            <a:avLst/>
          </a:prstGeom>
          <a:solidFill>
            <a:srgbClr val="9D7BC0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28529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sensors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metrics · 2 stores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31136" y="3154680"/>
            <a:ext cx="258409" cy="0"/>
          </a:xfrm>
          <a:prstGeom prst="line">
            <a:avLst/>
          </a:prstGeom>
          <a:noFill/>
          <a:ln w="25400">
            <a:solidFill>
              <a:srgbClr val="9D7BC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07833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F2EEF8"/>
          </a:solidFill>
          <a:ln w="19050">
            <a:solidFill>
              <a:srgbClr val="9D7B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2777" y="2633472"/>
            <a:ext cx="182880" cy="182880"/>
          </a:xfrm>
          <a:prstGeom prst="ellipse">
            <a:avLst/>
          </a:prstGeom>
          <a:solidFill>
            <a:srgbClr val="9D7BC0"/>
          </a:solidFill>
          <a:ln/>
        </p:spPr>
      </p:sp>
      <p:sp>
        <p:nvSpPr>
          <p:cNvPr id="10" name="Text 8"/>
          <p:cNvSpPr/>
          <p:nvPr/>
        </p:nvSpPr>
        <p:spPr>
          <a:xfrm>
            <a:off x="2480401" y="28529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gateway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507833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4 rules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98889" y="3154680"/>
            <a:ext cx="258409" cy="0"/>
          </a:xfrm>
          <a:prstGeom prst="line">
            <a:avLst/>
          </a:prstGeom>
          <a:noFill/>
          <a:ln w="25400">
            <a:solidFill>
              <a:srgbClr val="9D7BC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75587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F2EEF8"/>
          </a:solidFill>
          <a:ln w="19050">
            <a:solidFill>
              <a:srgbClr val="5B3A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0531" y="2633472"/>
            <a:ext cx="182880" cy="182880"/>
          </a:xfrm>
          <a:prstGeom prst="ellipse">
            <a:avLst/>
          </a:prstGeom>
          <a:solidFill>
            <a:srgbClr val="5B3A86"/>
          </a:solidFill>
          <a:ln/>
        </p:spPr>
      </p:sp>
      <p:sp>
        <p:nvSpPr>
          <p:cNvPr id="15" name="Text 13"/>
          <p:cNvSpPr/>
          <p:nvPr/>
        </p:nvSpPr>
        <p:spPr>
          <a:xfrm>
            <a:off x="4348155" y="28529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SQS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375587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aggregate / window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66643" y="3154680"/>
            <a:ext cx="258409" cy="0"/>
          </a:xfrm>
          <a:prstGeom prst="line">
            <a:avLst/>
          </a:prstGeom>
          <a:noFill/>
          <a:ln w="25400">
            <a:solidFill>
              <a:srgbClr val="9D7BC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43340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F2EEF8"/>
          </a:solidFill>
          <a:ln w="19050">
            <a:solidFill>
              <a:srgbClr val="5B3A8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38284" y="2633472"/>
            <a:ext cx="182880" cy="182880"/>
          </a:xfrm>
          <a:prstGeom prst="ellipse">
            <a:avLst/>
          </a:prstGeom>
          <a:solidFill>
            <a:srgbClr val="5B3A86"/>
          </a:solidFill>
          <a:ln/>
        </p:spPr>
      </p:sp>
      <p:sp>
        <p:nvSpPr>
          <p:cNvPr id="20" name="Text 18"/>
          <p:cNvSpPr/>
          <p:nvPr/>
        </p:nvSpPr>
        <p:spPr>
          <a:xfrm>
            <a:off x="6215908" y="28529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243340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java17 ingest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34396" y="3154680"/>
            <a:ext cx="258409" cy="0"/>
          </a:xfrm>
          <a:prstGeom prst="line">
            <a:avLst/>
          </a:prstGeom>
          <a:noFill/>
          <a:ln w="25400">
            <a:solidFill>
              <a:srgbClr val="9D7BC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11094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F2EEF8"/>
          </a:solidFill>
          <a:ln w="19050">
            <a:solidFill>
              <a:srgbClr val="5B3A8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06038" y="2633472"/>
            <a:ext cx="182880" cy="182880"/>
          </a:xfrm>
          <a:prstGeom prst="ellipse">
            <a:avLst/>
          </a:prstGeom>
          <a:solidFill>
            <a:srgbClr val="5B3A86"/>
          </a:solidFill>
          <a:ln/>
        </p:spPr>
      </p:sp>
      <p:sp>
        <p:nvSpPr>
          <p:cNvPr id="25" name="Text 23"/>
          <p:cNvSpPr/>
          <p:nvPr/>
        </p:nvSpPr>
        <p:spPr>
          <a:xfrm>
            <a:off x="8083662" y="28529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111094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store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702150" y="3154680"/>
            <a:ext cx="258409" cy="0"/>
          </a:xfrm>
          <a:prstGeom prst="line">
            <a:avLst/>
          </a:prstGeom>
          <a:noFill/>
          <a:ln w="25400">
            <a:solidFill>
              <a:srgbClr val="9D7BC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78847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F2EEF8"/>
          </a:solidFill>
          <a:ln w="19050">
            <a:solidFill>
              <a:srgbClr val="7A52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73791" y="2633472"/>
            <a:ext cx="182880" cy="182880"/>
          </a:xfrm>
          <a:prstGeom prst="ellipse">
            <a:avLst/>
          </a:prstGeom>
          <a:solidFill>
            <a:srgbClr val="7A52A8"/>
          </a:solidFill>
          <a:ln/>
        </p:spPr>
      </p:sp>
      <p:sp>
        <p:nvSpPr>
          <p:cNvPr id="30" name="Text 28"/>
          <p:cNvSpPr/>
          <p:nvPr/>
        </p:nvSpPr>
        <p:spPr>
          <a:xfrm>
            <a:off x="9951415" y="28529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GW + S3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978847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dashboard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3977640"/>
            <a:ext cx="344052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D7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75587" y="3977640"/>
            <a:ext cx="71760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3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257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B3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fog gateway windows and aggregates beside the shop floor, and four retail-health rules raise an alert the moment a window crosses its threshold.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5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retail-footfall-inventory-monitor.s3.us-east-1.amazonaws.com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685800" cy="685800"/>
          </a:xfrm>
          <a:prstGeom prst="ellipse">
            <a:avLst/>
          </a:prstGeom>
          <a:solidFill>
            <a:srgbClr val="5B3A8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920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estate KPIs, then per store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34086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Footfall, shelf stock, fridge temperature, queue length and energy draw roll up to four estate tiles, then break out per store.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383280"/>
            <a:ext cx="685800" cy="685800"/>
          </a:xfrm>
          <a:prstGeom prst="ellipse">
            <a:avLst/>
          </a:prstGeom>
          <a:solidFill>
            <a:srgbClr val="5B3A8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91640" y="3337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Mixed-polarity rules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375818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stock has a depletion floor while queue and footfall have ceilings — each raises the moment its window crosses in the right direction.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685800" cy="685800"/>
          </a:xfrm>
          <a:prstGeom prst="ellipse">
            <a:avLst/>
          </a:prstGeom>
          <a:solidFill>
            <a:srgbClr val="5B3A8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00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91640" y="47548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refrigeration warning on real data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517550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fridge drifting warm in one store raises the refrigeration warning on its card while the rest stay nominal.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7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live dashboard here — backup video ready.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Hardest Part — one buffer, many writers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10698480" cy="1965960"/>
          </a:xfrm>
          <a:prstGeom prst="roundRect">
            <a:avLst>
              <a:gd name="adj" fmla="val 4651"/>
            </a:avLst>
          </a:prstGeom>
          <a:solidFill>
            <a:srgbClr val="30253F"/>
          </a:solidFill>
          <a:ln w="15875">
            <a:solidFill>
              <a:srgbClr val="E8B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B2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Problem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578608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C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sensor reading arrives on its own web-server thread, and all of them write into one in-memory buffer while a timer empties it for each window. The interleavings that drop readings show up only under load and are nearly impossible to reproduce in a test — a lost reading makes the store-level numbers silently wrong, and nothing crashes.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041648"/>
            <a:ext cx="10698480" cy="1965960"/>
          </a:xfrm>
          <a:prstGeom prst="roundRect">
            <a:avLst>
              <a:gd name="adj" fmla="val 4651"/>
            </a:avLst>
          </a:prstGeom>
          <a:solidFill>
            <a:srgbClr val="30253F"/>
          </a:solidFill>
          <a:ln w="15875">
            <a:solidFill>
              <a:srgbClr val="9D7B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224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D7B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Solution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4700016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C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actor mailbox: only one dedicated thread ever touches the buffer. A request just drops a message into that thread's mailbox and returns; a flush is itself a mailbox message, so it can never interleave with a write. The race is structurally impossible, not just locked away.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2026-07-24T07:00:27Z</dcterms:created>
  <dcterms:modified xsi:type="dcterms:W3CDTF">2026-07-24T07:00:27Z</dcterms:modified>
</cp:coreProperties>
</file>