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4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38328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1">
                <a:solidFill>
                  <a:srgbClr val="E9E4EB"/>
                </a:solidFill>
                <a:latin typeface="Verdana"/>
              </a:rPr>
              <a:t>Two stores, ten sensors, one live edge-to-cloud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783080"/>
            <a:ext cx="704088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rebuchet MS"/>
              </a:rPr>
              <a:t>Retail Footfall and Inventory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443484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Verdana"/>
              </a:rPr>
              <a:t>Adithya Reddy Madireddy</a:t>
            </a:r>
          </a:p>
          <a:p>
            <a:pPr algn="l"/>
            <a:r>
              <a:rPr sz="1300" b="0" i="0">
                <a:solidFill>
                  <a:srgbClr val="D3C9D8"/>
                </a:solidFill>
                <a:latin typeface="Verdana"/>
              </a:rPr>
              <a:t>Student ID X25120280</a:t>
            </a:r>
          </a:p>
          <a:p>
            <a:pPr algn="l"/>
            <a:r>
              <a:rPr sz="1250" b="0" i="0">
                <a:solidFill>
                  <a:srgbClr val="D3C9D8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3C9D8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Periodic, manual checks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Empty shelves sit unnoticed between stock walks, and sales are lost silently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fridge drifting warm between rounds puts the whole cold chain at risk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Checkout queues build in minutes; by the next walk-through, customers are already gone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Continuous edge monitoring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fog gateway windows and aggregates readings right beside the shop floor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Four retail-health rules raise an alert the moment a window crosses its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Store sensors: 5 metrics x 2 stores, sampled every few seconds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windows, aggregates, and evaluates alert rules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SQS: one aggregate per window on the queue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of each batch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durable store of aggregates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Amazon S3 and API Gateway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122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messages pushed through in a burst load test by 32 parallel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37003"/>
            <a:ext cx="5120640" cy="37337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race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Every sensor reading arrives on its own web-server thread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All of them write into one in-memory buffer while a timer empties it for each window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Interleavings that drop readings show up only under load, nearly impossible to reproduce in a test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fix: an actor mailbox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Only one dedicated thread ever touches the buffer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request just drops a message into that thread's mailbox queue and returns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flush is itself a mailbox message, so it can never interleave with a write; the race is structurally impossible, not just locked away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6D4C7D"/>
                </a:solidFill>
                <a:latin typeface="Trebuchet MS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whole pipeline is verified end-to-end locally and deploys to real AWS with a single scripted step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6D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