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82735" y="-5486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007A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Waste Management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Gundeti Sachin Reddy   ·   X23432721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E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 collection runs on a fixed calendar, not on what is inside each bin — trucks roll to bins that are not yet full, while overflow, fire or gas build-up stays invisible until the next visit.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2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A2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Cloud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77240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22A294"/>
          </a:solidFill>
          <a:ln w="12700">
            <a:solidFill>
              <a:srgbClr val="22A2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 sensors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5 types · 2 districts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0" name="Shape 8"/>
          <p:cNvSpPr/>
          <p:nvPr/>
        </p:nvSpPr>
        <p:spPr>
          <a:xfrm>
            <a:off x="2626309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22A294"/>
          </a:solidFill>
          <a:ln w="12700">
            <a:solidFill>
              <a:srgbClr val="22A2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 node (EC2)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hazard alerts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5378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A2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6324448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A2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5" name="Shape 23"/>
          <p:cNvSpPr/>
          <p:nvPr/>
        </p:nvSpPr>
        <p:spPr>
          <a:xfrm>
            <a:off x="8173517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A2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DynamoDB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type · time · district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0" name="Shape 28"/>
          <p:cNvSpPr/>
          <p:nvPr/>
        </p:nvSpPr>
        <p:spPr>
          <a:xfrm>
            <a:off x="10022586" y="297180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A2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A2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A2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swm-frontend-548539235319.s3.us-east-1.amazonaws.com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2514600"/>
            <a:ext cx="3301898" cy="3566160"/>
          </a:xfrm>
          <a:prstGeom prst="roundRect">
            <a:avLst>
              <a:gd name="adj" fmla="val 1108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A2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districts, four hazard signals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069848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level, internal temperature, gas and lid activity live per bin, so the busiest bin is always surfaced first.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44898" y="2514600"/>
            <a:ext cx="3301898" cy="3566160"/>
          </a:xfrm>
          <a:prstGeom prst="roundRect">
            <a:avLst>
              <a:gd name="adj" fmla="val 1108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A2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hazard rules firing live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737506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above 85% fill, fire risk above 55 C, gas above 400 ppm and tampering each raise on the window they appear.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2557" y="2514600"/>
            <a:ext cx="3301898" cy="3566160"/>
          </a:xfrm>
          <a:prstGeom prst="roundRect">
            <a:avLst>
              <a:gd name="adj" fmla="val 1108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A2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Genuinely live, not a cache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05165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health polls fifteen seconds apart show the stored count climbing 4,083 to 4,093 — live data.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A2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taking the dashboard off the server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77240" y="2423160"/>
            <a:ext cx="5090008" cy="3657600"/>
          </a:xfrm>
          <a:prstGeom prst="roundRect">
            <a:avLst>
              <a:gd name="adj" fmla="val 1000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first ran as a process on the edge host, which meant the whole read path depended on that one instance staying up — a single point of failure for a fleet that is supposed to be always-observable. The account also blocked the obvious serverless front doors, so the usual escape route was closed.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24448" y="2423160"/>
            <a:ext cx="5090008" cy="3657600"/>
          </a:xfrm>
          <a:prstGeom prst="roundRect">
            <a:avLst>
              <a:gd name="adj" fmla="val 1000"/>
            </a:avLst>
          </a:prstGeom>
          <a:solidFill>
            <a:srgbClr val="262B2E"/>
          </a:solidFill>
          <a:ln w="12700">
            <a:solidFill>
              <a:srgbClr val="3A3F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3FAE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4488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was migrated to a fully serverless tier — its logic repackaged behind a function and a real API Gateway, with the static frontend on S3 — so the read path no longer depends on the edge host at all. Only fresh sensor data and one health field still need the edge; the dashboard and its API stay up whether or not the instance is running.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2026-07-24T09:15:27Z</dcterms:created>
  <dcterms:modified xsi:type="dcterms:W3CDTF">2026-07-24T09:15:27Z</dcterms:modified>
</cp:coreProperties>
</file>