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6A4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onstantia"/>
              </a:rPr>
              <a:t>Smart Building Energy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D5CCE2"/>
                </a:solidFill>
                <a:latin typeface="Georgia"/>
              </a:rPr>
              <a:t>Live per-floor energy, air-quality and water insight from a fog and edge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0916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C6BAD8"/>
                </a:solidFill>
                <a:latin typeface="Georgia"/>
              </a:rPr>
              <a:t>MSc in Cloud Computing   ·   Fog and Edge Computing (H9FECC)</a:t>
            </a:r>
          </a:p>
          <a:p>
            <a:pPr algn="ctr"/>
            <a:r>
              <a:rPr sz="1250" b="0" i="0">
                <a:solidFill>
                  <a:srgbClr val="C6BAD8"/>
                </a:solidFill>
                <a:latin typeface="Georgia"/>
              </a:rPr>
              <a:t>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777240"/>
            <a:ext cx="1060704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6A4A9A"/>
                </a:solidFill>
                <a:latin typeface="Constantia"/>
              </a:rPr>
              <a:t>Why periodic checks fail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2" y="1828800"/>
            <a:ext cx="10698480" cy="452628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A monthly bill is one number: it says nothing about which floor, which hour or which system is wasting energy.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The costly events are transient: a packed meeting room pushes CO2 past safe levels in minutes, and by the next walkthrough the evidence is gone.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Leaks run between inspections: a pipe flowing all weekend stays invisible until someone reads a meter on Monday.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6A4A9A"/>
                </a:solidFill>
                <a:latin typeface="Georgia"/>
              </a:rPr>
              <a:t>This pipeline samples every floor every 2 to 5 seconds, so none of these stay hidden.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6A4A9A"/>
                </a:solidFill>
                <a:latin typeface="Georgia"/>
              </a:rPr>
              <a:t>Thresholds the pipeline enforces: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55 kW: the floor average that raises a peak-load warning in this system.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1,000 ppm: the CO2 level the pipeline flags as poor air quality.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20 L/min: the sustained water flow treated as a suspected leak.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3017520" cy="118872"/>
          </a:xfrm>
          <a:prstGeom prst="rect">
            <a:avLst/>
          </a:prstGeom>
          <a:solidFill>
            <a:srgbClr val="6A4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8872" cy="1920240"/>
          </a:xfrm>
          <a:prstGeom prst="rect">
            <a:avLst/>
          </a:prstGeom>
          <a:solidFill>
            <a:srgbClr val="6A4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777240"/>
            <a:ext cx="1060704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6A4A9A"/>
                </a:solidFill>
                <a:latin typeface="Constantia"/>
              </a:rPr>
              <a:t>How it works: edge to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2" y="1828800"/>
            <a:ext cx="10698480" cy="452628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6A4A9A"/>
                </a:solidFill>
                <a:latin typeface="Georgia"/>
              </a:rPr>
              <a:t>Edge: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10 sensors, 5 types across 2 office floors, sample every 2 to 5 seconds.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6A4A9A"/>
                </a:solidFill>
                <a:latin typeface="Georgia"/>
              </a:rPr>
              <a:t>Fog: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The fog node reduces each stream to one aggregate per window and raises alerts locally before anything reaches the cloud.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6A4A9A"/>
                </a:solidFill>
                <a:latin typeface="Georgia"/>
              </a:rPr>
              <a:t>Cloud on AWS: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Amazon SQS message queue.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AWS Lambda serverless ingest.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DynamoDB time-series store.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Live dashboard on S3 with API Gateway.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6A4A9A"/>
                </a:solidFill>
                <a:latin typeface="Georgia"/>
              </a:rPr>
              <a:t>The whole pipeline runs end-to-end on Docker with a local AWS emulator, and deploys to a real AWS account with a single scripted step.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3017520" cy="118872"/>
          </a:xfrm>
          <a:prstGeom prst="rect">
            <a:avLst/>
          </a:prstGeom>
          <a:solidFill>
            <a:srgbClr val="6A4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8872" cy="1920240"/>
          </a:xfrm>
          <a:prstGeom prst="rect">
            <a:avLst/>
          </a:prstGeom>
          <a:solidFill>
            <a:srgbClr val="6A4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777240"/>
            <a:ext cx="1060704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6A4A9A"/>
                </a:solidFill>
                <a:latin typeface="Constantia"/>
              </a:rPr>
              <a:t>Demonstration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2" y="1828800"/>
            <a:ext cx="5715000" cy="443484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A4A9A"/>
                </a:solidFill>
                <a:latin typeface="Georgia"/>
              </a:rPr>
              <a:t>Captured from the running stack: both floors grading A, with every health check green.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4 / 4 pipeline health checks green: gateway, queue, processor and pipeline.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129 automated tests pass, covering window math, alert rules and real HTTP handling.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2,000 message burst absorbed by the queue and drained in the load test.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3017520" cy="118872"/>
          </a:xfrm>
          <a:prstGeom prst="rect">
            <a:avLst/>
          </a:prstGeom>
          <a:solidFill>
            <a:srgbClr val="6A4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8872" cy="1920240"/>
          </a:xfrm>
          <a:prstGeom prst="rect">
            <a:avLst/>
          </a:prstGeom>
          <a:solidFill>
            <a:srgbClr val="6A4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46" y="1874519"/>
            <a:ext cx="377558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777240"/>
            <a:ext cx="1060704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6A4A9A"/>
                </a:solidFill>
                <a:latin typeface="Constantia"/>
              </a:rPr>
              <a:t>Hardest part: ten threads, one buffer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2" y="1828800"/>
            <a:ext cx="10698480" cy="452628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6A4A9A"/>
                </a:solidFill>
                <a:latin typeface="Georgia"/>
              </a:rPr>
              <a:t>The problem: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Every incoming sensor batch runs on its own operating-system thread, and they all need to update the same in-memory window buffers.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6A4A9A"/>
                </a:solidFill>
                <a:latin typeface="Georgia"/>
              </a:rPr>
              <a:t>Why it was hard: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A buffer race throws no error; light testing looks perfect, and only under concurrent load do aggregates and alerts go quietly wrong, never reproducibly.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6A4A9A"/>
                </a:solidFill>
                <a:latin typeface="Georgia"/>
              </a:rPr>
              <a:t>The fix: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A single-writer design: request threads only place batches on a thread-safe hand-off queue, and one background thread is the only code that touches the buffers.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The hand-off queue is the one door into shared state, so a single writer thread is all that ever touches the window buffers.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Real HTTP tests boot the actual server to prove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3017520" cy="118872"/>
          </a:xfrm>
          <a:prstGeom prst="rect">
            <a:avLst/>
          </a:prstGeom>
          <a:solidFill>
            <a:srgbClr val="6A4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8872" cy="1920240"/>
          </a:xfrm>
          <a:prstGeom prst="rect">
            <a:avLst/>
          </a:prstGeom>
          <a:solidFill>
            <a:srgbClr val="6A4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777240"/>
            <a:ext cx="1060704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6A4A9A"/>
                </a:solidFill>
                <a:latin typeface="Constantia"/>
              </a:rPr>
              <a:t>What this project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2" y="1828800"/>
            <a:ext cx="10698480" cy="452628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6A4A9A"/>
                </a:solidFill>
                <a:latin typeface="Georgia"/>
              </a:rPr>
              <a:t>Think at the edge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The fog node turns two-second raw readings into windowed aggregates and local alerts before anything reaches the cloud.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6A4A9A"/>
                </a:solidFill>
                <a:latin typeface="Georgia"/>
              </a:rPr>
              <a:t>Stay serverless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Amazon SQS, AWS Lambda and DynamoDB absorbed a 2,000-message burst with no servers to size or manage.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6A4A9A"/>
                </a:solidFill>
                <a:latin typeface="Georgia"/>
              </a:rPr>
              <a:t>Prove it works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129 automated tests and an end-to-end pipeline check back every claim, and one scripted step takes it to a real AWS account.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Georgia"/>
              </a:rPr>
              <a:t>Thank you. 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3017520" cy="118872"/>
          </a:xfrm>
          <a:prstGeom prst="rect">
            <a:avLst/>
          </a:prstGeom>
          <a:solidFill>
            <a:srgbClr val="6A4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8872" cy="1920240"/>
          </a:xfrm>
          <a:prstGeom prst="rect">
            <a:avLst/>
          </a:prstGeom>
          <a:solidFill>
            <a:srgbClr val="6A4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