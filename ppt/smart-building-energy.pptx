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nstantia"/>
              </a:rPr>
              <a:t>Smart Building Energy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D5CCE2"/>
                </a:solidFill>
                <a:latin typeface="Georgia"/>
              </a:rPr>
              <a:t>Live per-floor energy, air-quality and water insight from a fog and edge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C6BAD8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C6BAD8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Why periodic checks fail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monthly bill is one number: it says nothing about which floor, which hour or which system is wasting energy.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costly events are transient: a packed meeting room pushes CO2 past safe levels in minutes, and by the next walkthrough the evidence is gone.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Leaks run between inspections: a pipe flowing all weekend stays invisible until someone reads a meter on Monday.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This pipeline samples every floor every 2 to 5 seconds, so none of these stay hidden.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Thresholds the pipeline enforces: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55 kW: the floor average that raises a peak-load warning in this system.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1,000 ppm: the CO2 level the pipeline flags as poor air quality.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20 L/min: the sustained water flow treated as a suspected leak.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10 sensors, 5 types across 2 office floors, sample every 2 to 5 seconds.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Fog: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fog node reduces each stream to one aggregate per window and raises alerts locally before anything reaches the cloud.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Cloud on AWS: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Amazon SQS message queue.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AWS Lambda serverless ingest.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DynamoDB time-series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Live dashboard on S3 with API Gateway.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The whole pipeline runs end-to-end on Docker with a local AWS emulator, and deploys to a real AWS account with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5760720" cy="46634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Captured from the running stack: both floors grading A, with every health check green.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4 /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129 automated tests pass, covering window math, alert rules and real HTTP handling.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2,000 message burst absorbed by the queue and drained in the load test.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809" y="1499616"/>
            <a:ext cx="4021821" cy="4480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Hardest part: ten threads, one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incoming sensor batch runs on its own operating-system thread, and they all need to update the same in-memory window buffers.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buffer race throws no error; light testing looks perfect, and only under concurrent load do aggregates and alerts go quietly wrong, never reproducibly.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6A4A9A"/>
                </a:solidFill>
                <a:latin typeface="Georg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single-writer design: request threads only place batches on a thread-safe hand-off queue, and one background thread is the only code that touches the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hand-off queue is the one door into shared state, so a single writer thread is all that ever touches the window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Real HTTP tests boot the actual server to prove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6A4A9A"/>
                </a:solidFill>
                <a:latin typeface="Georgia"/>
              </a:rPr>
              <a:t>Think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turns two-second raw readings into windowed aggregates and local alerts before anything reaches the cloud.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6A4A9A"/>
                </a:solidFill>
                <a:latin typeface="Georgia"/>
              </a:rPr>
              <a:t>Stay serverless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Amazon SQS, AWS Lambda and DynamoDB absorbed a 2,000-message burst with no servers to size or manage.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6A4A9A"/>
                </a:solidFill>
                <a:latin typeface="Georgia"/>
              </a:rPr>
              <a:t>Prove it works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129 automated tests and an end-to-end pipeline check back every claim, and one scripted step takes it to a real AWS account.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6A4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