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Bridge Structural Health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Kasireddy Vadicherla   ·   X25104047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authorities assess bridges by visual inspection on a cycle measured in years — while the deck keeps working, strain cycles and thermal joint movement accumulate unseen every 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between inspections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strain accrues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visibility in the gap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Bridge to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spans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thresholds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summaries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time-keyed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9050">
            <a:solidFill>
              <a:srgbClr val="4E677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4E6773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index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3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10-second window becomes one min/max/average per sensor, checked against four thresholds at the fog node; the dashboard folds each span into a 0-100 integrity index.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7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bshm-frontend-661886400169.s3.us-east-1.amazonaws.com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0-to-100 integrity index per span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folds each span's strain average and peak vibration into one structural integrity index, live on read.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spans, tracked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Span-A reads 100 percent with no active alerts and Span-B reads 76.8 percent, good and tracking real readings.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index reaches zero where an alert fires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critical bound equals the alert threshold, so the number and the alarm agree by construction.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one risky Terraform apply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E0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6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here deploys through one shared Terraform module, and its local state file already tracked a different live AWS stack under the default workspace. Nothing in my code was wrong — but applied against that workspace, Terraform reconciles state and plans to destroy the other deployment's live resources. The only warning is one line of plan output.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4E677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77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workspace was created first, and the re-plan read "24 to add, 0 to change, 0 to destroy"; then a single apply built all 24 resources, healthy within a minute. Never apply an unread plan. The same pre-deploy audit also caught two silent defects — a pagination undercount and unbatched publishing — both fixed and regression-tested before launch.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345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2026-07-24T07:05:03Z</dcterms:created>
  <dcterms:modified xsi:type="dcterms:W3CDTF">2026-07-24T07:05:03Z</dcterms:modified>
</cp:coreProperties>
</file>