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Bridge Structural Health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between inspections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strain accrues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visibility in the gap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Bridge to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4E6773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10-second window becomes one min/max/average per sensor, checked against four thresholds at the fog node; the dashboard folds each span into a 0-100 integrity index.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7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gateway, SQS queue, Lambda and data freshness all healthy on the live deployment.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integrity index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A at 100 percent with no active alerts; Span B at 76.8 percent, good and tracking real readings.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automated tests pass across fourteen suites — windowing, thresholds, pagination, batching and real-socket HTTP routing.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one risky Terraform apply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43D"/>
          </a:solidFill>
          <a:ln w="15875">
            <a:solidFill>
              <a:srgbClr val="E0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6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A343D"/>
          </a:solidFill>
          <a:ln w="15875">
            <a:solidFill>
              <a:srgbClr val="7489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4899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