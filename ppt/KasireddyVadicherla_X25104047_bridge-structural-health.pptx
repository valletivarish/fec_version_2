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0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685800"/>
            <a:ext cx="3959352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86120" y="576072"/>
            <a:ext cx="219456" cy="219456"/>
          </a:xfrm>
          <a:prstGeom prst="diamond">
            <a:avLst/>
          </a:prstGeom>
          <a:solidFill>
            <a:srgbClr val="B3302A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82880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Bridge Structural Health Monitoring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35204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Kasireddy Vadicherla   ·   X25104047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4114800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authorities assess bridges by visual inspection on a cycle measured in years — while the deck keeps working, strain cycles and thermal joint movement accumulate unseen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0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685800"/>
            <a:ext cx="3959352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86120" y="576072"/>
            <a:ext cx="219456" cy="219456"/>
          </a:xfrm>
          <a:prstGeom prst="diamond">
            <a:avLst/>
          </a:prstGeom>
          <a:solidFill>
            <a:srgbClr val="B3302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43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30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13167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7922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Bridge to Browser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3383280"/>
            <a:ext cx="1391869" cy="1965960"/>
          </a:xfrm>
          <a:prstGeom prst="roundRect">
            <a:avLst>
              <a:gd name="adj" fmla="val 1314"/>
            </a:avLst>
          </a:prstGeom>
          <a:solidFill>
            <a:srgbClr val="B3302A"/>
          </a:solidFill>
          <a:ln w="12700">
            <a:solidFill>
              <a:srgbClr val="B33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23544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Span sensors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23544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spans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2261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6309" y="3383280"/>
            <a:ext cx="1391869" cy="1965960"/>
          </a:xfrm>
          <a:prstGeom prst="roundRect">
            <a:avLst>
              <a:gd name="adj" fmla="val 1314"/>
            </a:avLst>
          </a:prstGeom>
          <a:solidFill>
            <a:srgbClr val="B3302A"/>
          </a:solidFill>
          <a:ln w="12700">
            <a:solidFill>
              <a:srgbClr val="B330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2613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72613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Fog node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2613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thresholds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91330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7" name="Shape 15"/>
          <p:cNvSpPr/>
          <p:nvPr/>
        </p:nvSpPr>
        <p:spPr>
          <a:xfrm>
            <a:off x="4475378" y="3383280"/>
            <a:ext cx="1391869" cy="1965960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1682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3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21682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21682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summaries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2" name="Shape 20"/>
          <p:cNvSpPr/>
          <p:nvPr/>
        </p:nvSpPr>
        <p:spPr>
          <a:xfrm>
            <a:off x="6324448" y="3383280"/>
            <a:ext cx="1391869" cy="1965960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0752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3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70752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0752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89469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73517" y="3383280"/>
            <a:ext cx="1391869" cy="1965960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9821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3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19821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19821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time-keyed store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638538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22586" y="3383280"/>
            <a:ext cx="1391869" cy="1965960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68890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3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68890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168890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index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0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685800"/>
            <a:ext cx="3959352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86120" y="576072"/>
            <a:ext cx="219456" cy="219456"/>
          </a:xfrm>
          <a:prstGeom prst="diamond">
            <a:avLst/>
          </a:prstGeom>
          <a:solidFill>
            <a:srgbClr val="B3302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43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30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13167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7922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231343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3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bshm-frontend-661886400169.s3.us-east-1.amazonaws.com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926080"/>
            <a:ext cx="3301898" cy="3154680"/>
          </a:xfrm>
          <a:prstGeom prst="roundRect">
            <a:avLst>
              <a:gd name="adj" fmla="val 580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1638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330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69848" y="39776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0-to-100 integrity index per span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69848" y="4846320"/>
            <a:ext cx="27532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folds each span's strain average and peak vibration into one structural integrity index, live on read.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44898" y="2926080"/>
            <a:ext cx="3301898" cy="3154680"/>
          </a:xfrm>
          <a:prstGeom prst="roundRect">
            <a:avLst>
              <a:gd name="adj" fmla="val 580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9218" y="31638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330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737506" y="39776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spans, tracked live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37506" y="4846320"/>
            <a:ext cx="27532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Span-A reads 100 percent with no active alerts and Span-B reads 76.8 percent, good and tracking real readings.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2557" y="2926080"/>
            <a:ext cx="3301898" cy="3154680"/>
          </a:xfrm>
          <a:prstGeom prst="roundRect">
            <a:avLst>
              <a:gd name="adj" fmla="val 580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6877" y="31638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330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405165" y="39776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index reaches zero where an alert fires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05165" y="4846320"/>
            <a:ext cx="27532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critical bound equals the alert threshold, so the number and the alarm agree by construction.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0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685800"/>
            <a:ext cx="3959352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86120" y="576072"/>
            <a:ext cx="219456" cy="219456"/>
          </a:xfrm>
          <a:prstGeom prst="diamond">
            <a:avLst/>
          </a:prstGeom>
          <a:solidFill>
            <a:srgbClr val="B3302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43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30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13167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7922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C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one risky Terraform apply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834640"/>
            <a:ext cx="5090008" cy="3246120"/>
          </a:xfrm>
          <a:prstGeom prst="roundRect">
            <a:avLst>
              <a:gd name="adj" fmla="val 563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1089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6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3493008"/>
            <a:ext cx="4449928" cy="0"/>
          </a:xfrm>
          <a:prstGeom prst="line">
            <a:avLst/>
          </a:prstGeom>
          <a:noFill/>
          <a:ln w="19050">
            <a:solidFill>
              <a:srgbClr val="A66A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44499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232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here deploys through one shared Terraform module, and its local state file already tracked a different live AWS stack under the default workspace. Nothing in my code was wrong — but applied against that workspace, Terraform reconciles state and plans to destroy the other deployment's live resources. The only warning is one line of plan output.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24448" y="2834640"/>
            <a:ext cx="5090008" cy="3246120"/>
          </a:xfrm>
          <a:prstGeom prst="roundRect">
            <a:avLst>
              <a:gd name="adj" fmla="val 563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4488" y="31089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4488" y="3493008"/>
            <a:ext cx="4449928" cy="0"/>
          </a:xfrm>
          <a:prstGeom prst="line">
            <a:avLst/>
          </a:prstGeom>
          <a:noFill/>
          <a:ln w="19050">
            <a:solidFill>
              <a:srgbClr val="3D7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3657600"/>
            <a:ext cx="44499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232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workspace was created first, and the re-plan read "24 to add, 0 to change, 0 to destroy"; then a single apply built all 24 resources, healthy within a minute. Never apply an unread plan. The same pre-deploy audit also caught two silent defects — a pagination undercount and unbatched publishing — both fixed and regression-tested before launch.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2026-07-24T09:15:28Z</dcterms:created>
  <dcterms:modified xsi:type="dcterms:W3CDTF">2026-07-24T09:15:28Z</dcterms:modified>
</cp:coreProperties>
</file>