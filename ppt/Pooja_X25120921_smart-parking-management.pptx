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132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4160520"/>
          </a:xfrm>
          <a:prstGeom prst="rect">
            <a:avLst/>
          </a:prstGeom>
          <a:solidFill>
            <a:srgbClr val="6E51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1965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Corbel"/>
              </a:rPr>
              <a:t>Smart Parking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434840"/>
            <a:ext cx="9418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D4491"/>
                </a:solidFill>
                <a:latin typeface="Calibri"/>
              </a:rPr>
              <a:t>How full, and what is wrong: a two-lot capacity console at the 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212080"/>
            <a:ext cx="94183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262B2E"/>
                </a:solidFill>
                <a:latin typeface="Calibri"/>
              </a:rPr>
              <a:t>Pooja</a:t>
            </a:r>
          </a:p>
          <a:p>
            <a:pPr algn="ctr"/>
            <a:r>
              <a:rPr sz="1300" b="0" i="0">
                <a:solidFill>
                  <a:srgbClr val="5A635C"/>
                </a:solidFill>
                <a:latin typeface="Calibri"/>
              </a:rPr>
              <a:t>Student ID X25120921</a:t>
            </a:r>
          </a:p>
          <a:p>
            <a:pPr algn="ctr"/>
            <a:r>
              <a:rPr sz="1250" b="0" i="0">
                <a:solidFill>
                  <a:srgbClr val="5A635C"/>
                </a:solidFill>
                <a:latin typeface="Calibri"/>
              </a:rPr>
              <a:t>MSc in Cloud Computing   ·   Fog and Edge Computing (H9FECC)</a:t>
            </a:r>
          </a:p>
          <a:p>
            <a:pPr algn="ctr"/>
            <a:r>
              <a:rPr sz="1250" b="0" i="0">
                <a:solidFill>
                  <a:srgbClr val="5A635C"/>
                </a:solidFill>
                <a:latin typeface="Calibri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6E51AB"/>
                </a:solidFill>
                <a:latin typeface="Corbel"/>
              </a:rPr>
              <a:t>Two questions, one car park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9402775" cy="484632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An operator asks two different things at once: how full is each lot, and is anything wrong. They are not the same question.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Fullness is a smooth quantity that climbs and falls with the day. A fault is a discrete event: a gate stuck faulting, an inflow surge, a car dwelling far too long.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 lot can be busy but perfectly healthy, or nearly empty yet faulted, so the two belong on separate axes.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Two lots, five signals each, ten live streams: occupied spaces, entry rate, exit rate, average dwell time, gate-fault events.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Four hard fault rules run continuously on window summaries: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Near full: average occupancy above 270 of 300 bays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Inflow surge: average entry above 20 vehicles/min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Long stay: average dwell above 300 min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Gate fault: peak fault count above 3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Exit rate is carried as context and raises no alarm.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40135" y="0"/>
            <a:ext cx="1051560" cy="6858000"/>
          </a:xfrm>
          <a:prstGeom prst="rect">
            <a:avLst/>
          </a:prstGeom>
          <a:solidFill>
            <a:srgbClr val="6E51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40135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orbel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25880"/>
            <a:ext cx="2926080" cy="36576"/>
          </a:xfrm>
          <a:prstGeom prst="rect">
            <a:avLst/>
          </a:prstGeom>
          <a:solidFill>
            <a:srgbClr val="6E51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6E51AB"/>
                </a:solidFill>
                <a:latin typeface="Corbel"/>
              </a:rPr>
              <a:t>From sensor to console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9402775" cy="484632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Raw readings stay at the edge. The fog node windows and aggregates ten streams, so only one compact summary per window crosses into the cloud.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Sensors: 10 processes across 2 lots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Fog node: window, aggregate, raise fault alarms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Queue: Amazon SQS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Ingest: AWS Lambda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Store: Amazon DynamoDB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Console: Amazon S3 and API Gateway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Fault alarms are decided at the edge, in the window they appear, not after a trip to a distant region.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Provisioned to a real AWS account in one infrastructure-as-code step: 24 resources, no manual clicking.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40135" y="0"/>
            <a:ext cx="1051560" cy="6858000"/>
          </a:xfrm>
          <a:prstGeom prst="rect">
            <a:avLst/>
          </a:prstGeom>
          <a:solidFill>
            <a:srgbClr val="6E51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40135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orbel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25880"/>
            <a:ext cx="2926080" cy="36576"/>
          </a:xfrm>
          <a:prstGeom prst="rect">
            <a:avLst/>
          </a:prstGeom>
          <a:solidFill>
            <a:srgbClr val="6E51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6E51AB"/>
                </a:solidFill>
                <a:latin typeface="Corbel"/>
              </a:rPr>
              <a:t>Live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557784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The live console reading from the running stack.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Both lots stream all five signals; one lot reads Normal while the other reads Alert on a gate-fault alarm despite a low occupancy.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4 / 4 pipeline checks green: Gateway, Queue, Processor, Pipeline.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127 automated tests pass across sensor, fog, processor and dashboard.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 2,000-message burst from 32 parallel senders is absorbed and drained.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40135" y="0"/>
            <a:ext cx="1051560" cy="6858000"/>
          </a:xfrm>
          <a:prstGeom prst="rect">
            <a:avLst/>
          </a:prstGeom>
          <a:solidFill>
            <a:srgbClr val="6E51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40135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orbel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25880"/>
            <a:ext cx="2926080" cy="36576"/>
          </a:xfrm>
          <a:prstGeom prst="rect">
            <a:avLst/>
          </a:prstGeom>
          <a:solidFill>
            <a:srgbClr val="6E51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9837" y="1554480"/>
            <a:ext cx="368686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6E51AB"/>
                </a:solidFill>
                <a:latin typeface="Corbel"/>
              </a:rPr>
              <a:t>How full, and what is wrong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9402775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The fog node answers the fault question at the edge: it raises the four hard alarms on each window and stores them.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The dashboard answers the fullness question on read: it turns each lot's latest occupancy into a percentage and buckets it.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Below three-quarters full is Quiet, three-quarters or more is Busy, nine-tenths or more is Near-full.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The two are fused into one badge, and a fault outranks the fullness tier: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Any active fault forces the badge to Alert, whether the lot is empty or full.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So an operator always sees the more urgent of the two at a glance.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The tier is derived fresh on every read, never stored, so the stored windows stay the single source of truth and the thresholds can be retuned without touching them.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40135" y="0"/>
            <a:ext cx="1051560" cy="6858000"/>
          </a:xfrm>
          <a:prstGeom prst="rect">
            <a:avLst/>
          </a:prstGeom>
          <a:solidFill>
            <a:srgbClr val="6E51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40135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orbel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25880"/>
            <a:ext cx="2926080" cy="36576"/>
          </a:xfrm>
          <a:prstGeom prst="rect">
            <a:avLst/>
          </a:prstGeom>
          <a:solidFill>
            <a:srgbClr val="6E51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6E51AB"/>
                </a:solidFill>
                <a:latin typeface="Corbel"/>
              </a:rPr>
              <a:t>What to take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9402775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Keep separate questions separate: fullness is a graded tier, a fault is a hard alarm, and fusing them only at the last step keeps the badge honest about both.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Decide at the edge: raw readings never leave the building, and the fog node aggregates ten streams and raises four alarms next to the gates.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Cloud-ready by design: the same code runs on the local emulator and on real AWS, so deployment is one scripted step.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Thank you. 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40135" y="0"/>
            <a:ext cx="1051560" cy="6858000"/>
          </a:xfrm>
          <a:prstGeom prst="rect">
            <a:avLst/>
          </a:prstGeom>
          <a:solidFill>
            <a:srgbClr val="6E51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40135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orbel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25880"/>
            <a:ext cx="2926080" cy="36576"/>
          </a:xfrm>
          <a:prstGeom prst="rect">
            <a:avLst/>
          </a:prstGeom>
          <a:solidFill>
            <a:srgbClr val="6E51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