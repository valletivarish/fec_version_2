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8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931920"/>
          </a:xfrm>
          <a:prstGeom prst="rect">
            <a:avLst/>
          </a:prstGeom>
          <a:solidFill>
            <a:srgbClr val="4B2F83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005840"/>
            <a:ext cx="109728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Smart Parking Management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58368" y="28803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BD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Pooja   ·   X25120921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58368" y="4206240"/>
            <a:ext cx="10424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DBD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operator asks two things at once — how full is each lot, and is anything wrong — and they are not the same question: a lot can be busy but healthy, or nearly empty yet faulted.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58368" y="55778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51F3D"/>
          </a:solidFill>
          <a:ln w="12700">
            <a:solidFill>
              <a:srgbClr val="E3A9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55778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3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 full &gt; 270/300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538728" y="55778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51F3D"/>
          </a:solidFill>
          <a:ln w="12700">
            <a:solidFill>
              <a:srgbClr val="E3A9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38728" y="55778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3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Inflow &gt; 20 veh/min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19088" y="55778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251F3D"/>
          </a:solidFill>
          <a:ln w="12700">
            <a:solidFill>
              <a:srgbClr val="E3A9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9088" y="55778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3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fault &gt; 3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58368" y="6400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7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I Built — Sensor to Console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200400" cy="3383280"/>
          </a:xfrm>
          <a:prstGeom prst="roundRect">
            <a:avLst>
              <a:gd name="adj" fmla="val 2857"/>
            </a:avLst>
          </a:prstGeom>
          <a:solidFill>
            <a:srgbClr val="F1EEF8"/>
          </a:solidFill>
          <a:ln w="19050">
            <a:solidFill>
              <a:srgbClr val="8F79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916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8F7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228600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8F79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43230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 sensors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8163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lots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914400" y="352044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8F79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66674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40507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· fault alarms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886200" y="3246120"/>
            <a:ext cx="502920" cy="0"/>
          </a:xfrm>
          <a:prstGeom prst="line">
            <a:avLst/>
          </a:prstGeom>
          <a:noFill/>
          <a:ln w="31750">
            <a:solidFill>
              <a:srgbClr val="4B2F83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572000" y="1554480"/>
            <a:ext cx="6949440" cy="3383280"/>
          </a:xfrm>
          <a:prstGeom prst="roundRect">
            <a:avLst>
              <a:gd name="adj" fmla="val 2703"/>
            </a:avLst>
          </a:prstGeom>
          <a:solidFill>
            <a:srgbClr val="F1EEF8"/>
          </a:solidFill>
          <a:ln w="19050">
            <a:solidFill>
              <a:srgbClr val="4B2F8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0" y="169164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4B2F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(serverless)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4632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4B2F8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82803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queue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318504" y="3337560"/>
            <a:ext cx="164592" cy="0"/>
          </a:xfrm>
          <a:prstGeom prst="line">
            <a:avLst/>
          </a:prstGeom>
          <a:noFill/>
          <a:ln w="20320">
            <a:solidFill>
              <a:srgbClr val="8F79C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49224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4B2F8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4652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7395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python3.12 ingest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964424" y="3337560"/>
            <a:ext cx="164592" cy="0"/>
          </a:xfrm>
          <a:prstGeom prst="line">
            <a:avLst/>
          </a:prstGeom>
          <a:noFill/>
          <a:ln w="20320">
            <a:solidFill>
              <a:srgbClr val="8F79C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13816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4B2F8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9244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11987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store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610344" y="3337560"/>
            <a:ext cx="164592" cy="0"/>
          </a:xfrm>
          <a:prstGeom prst="line">
            <a:avLst/>
          </a:prstGeom>
          <a:noFill/>
          <a:ln w="20320">
            <a:solidFill>
              <a:srgbClr val="8F79C0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78408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6A51A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73836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76579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console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4B2F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fog raises the four hard fault alarms at the edge; the dashboard buckets occupancy into a fullness tier on read and fuses the two into one badge.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7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A51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smart-parking-management-console.s3.us-east-1.amazonaws.com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685800" cy="685800"/>
          </a:xfrm>
          <a:prstGeom prst="ellipse">
            <a:avLst/>
          </a:prstGeom>
          <a:solidFill>
            <a:srgbClr val="4B2F83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9659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691640" y="192024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capacity gauge and tier per lot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91640" y="234086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lot shows a live occupancy gauge and a four-tier badge — Quiet, Busy or Near-full — derived on read from its capacity percentage.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31520" y="3383280"/>
            <a:ext cx="685800" cy="685800"/>
          </a:xfrm>
          <a:prstGeom prst="ellipse">
            <a:avLst/>
          </a:prstGeom>
          <a:solidFill>
            <a:srgbClr val="4B2F83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33832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691640" y="333756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fault outranks fullness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91640" y="375818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LOT-B reads Alert on a gate-fault alarm despite low occupancy, while LOT-A reads Normal — the fusion always shows the more urgent of the two.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685800" cy="685800"/>
          </a:xfrm>
          <a:prstGeom prst="ellipse">
            <a:avLst/>
          </a:prstGeom>
          <a:solidFill>
            <a:srgbClr val="4B2F83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48006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691640" y="4754880"/>
            <a:ext cx="9875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occupied-spaces trend per lot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691640" y="5175504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65F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chart tracks both lots live, so a filling lot is visible before it reaches the near-full tier.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79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173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Hardest Part — how full, and what is wrong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3A93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Problem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3200400" y="1920240"/>
            <a:ext cx="0" cy="1783080"/>
          </a:xfrm>
          <a:prstGeom prst="line">
            <a:avLst/>
          </a:prstGeom>
          <a:noFill/>
          <a:ln w="31750">
            <a:solidFill>
              <a:srgbClr val="E3A9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74720" y="1920240"/>
            <a:ext cx="7955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Fullness is a smooth quantity that climbs and falls with the day; a fault is a discrete event — a gate stuck faulting, an inflow surge, a car dwelling far too long. A lot can be busy but perfectly healthy, or nearly empty yet faulted, so collapsing both into one number would hide whichever matters.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31520" y="41148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6A51A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Solution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3200400" y="4069080"/>
            <a:ext cx="0" cy="1783080"/>
          </a:xfrm>
          <a:prstGeom prst="line">
            <a:avLst/>
          </a:prstGeom>
          <a:noFill/>
          <a:ln w="31750">
            <a:solidFill>
              <a:srgbClr val="6A51A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0" y="4069080"/>
            <a:ext cx="7955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them on separate axes: the fog raises the four hard fault alarms at the edge, and the dashboard buckets each lot's latest occupancy into Quiet / Busy / Near-full on read. The two fuse into one badge where any active fault outranks the fullness tier, so an operator always sees the more urgent of the two at a glance. The tier is derived fresh on every read, never stored.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2026-07-24T07:12:01Z</dcterms:created>
  <dcterms:modified xsi:type="dcterms:W3CDTF">2026-07-24T07:12:01Z</dcterms:modified>
</cp:coreProperties>
</file>