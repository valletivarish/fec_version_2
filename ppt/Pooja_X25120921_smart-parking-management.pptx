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394960"/>
            <a:ext cx="2011680" cy="914400"/>
          </a:xfrm>
          <a:prstGeom prst="parallelogram">
            <a:avLst/>
          </a:prstGeom>
          <a:solidFill>
            <a:srgbClr val="7F63D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5760720"/>
            <a:ext cx="2011680" cy="914400"/>
          </a:xfrm>
          <a:prstGeom prst="parallelogram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" y="1645920"/>
            <a:ext cx="106372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 Parking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  ·   X25120921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asks two things at once — how full is each lot, and is anything wrong — and they are not the same question: a lot can be busy but healthy, or nearly empty yet faulted.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394960"/>
            <a:ext cx="2011680" cy="914400"/>
          </a:xfrm>
          <a:prstGeom prst="parallelogram">
            <a:avLst/>
          </a:prstGeom>
          <a:solidFill>
            <a:srgbClr val="7F63D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5760720"/>
            <a:ext cx="2011680" cy="914400"/>
          </a:xfrm>
          <a:prstGeom prst="parallelogram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90525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074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 Built — Sensor to Console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391869" cy="196596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3544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 sensors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3544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lots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2261" y="3845052"/>
            <a:ext cx="310896" cy="219456"/>
          </a:xfrm>
          <a:prstGeom prst="rightArrow">
            <a:avLst/>
          </a:prstGeom>
          <a:solidFill>
            <a:srgbClr val="8B9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6309" y="2971800"/>
            <a:ext cx="1391869" cy="196596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2613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2613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Fog node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72613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· fault alarms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91330" y="3845052"/>
            <a:ext cx="310896" cy="219456"/>
          </a:xfrm>
          <a:prstGeom prst="rightArrow">
            <a:avLst/>
          </a:prstGeom>
          <a:solidFill>
            <a:srgbClr val="8B98A6"/>
          </a:solidFill>
          <a:ln/>
        </p:spPr>
      </p:sp>
      <p:sp>
        <p:nvSpPr>
          <p:cNvPr id="17" name="Shape 15"/>
          <p:cNvSpPr/>
          <p:nvPr/>
        </p:nvSpPr>
        <p:spPr>
          <a:xfrm>
            <a:off x="4475378" y="2971800"/>
            <a:ext cx="1391869" cy="19659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1682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1682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Amazon SQS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1682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0400" y="3845052"/>
            <a:ext cx="310896" cy="219456"/>
          </a:xfrm>
          <a:prstGeom prst="rightArrow">
            <a:avLst/>
          </a:prstGeom>
          <a:solidFill>
            <a:srgbClr val="8B98A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24448" y="2971800"/>
            <a:ext cx="1391869" cy="19659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0752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70752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0752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python3.12 ingest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89469" y="3845052"/>
            <a:ext cx="310896" cy="219456"/>
          </a:xfrm>
          <a:prstGeom prst="rightArrow">
            <a:avLst/>
          </a:prstGeom>
          <a:solidFill>
            <a:srgbClr val="8B9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8173517" y="2971800"/>
            <a:ext cx="1391869" cy="19659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9821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19821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19821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store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38538" y="3845052"/>
            <a:ext cx="310896" cy="219456"/>
          </a:xfrm>
          <a:prstGeom prst="rightArrow">
            <a:avLst/>
          </a:prstGeom>
          <a:solidFill>
            <a:srgbClr val="8B9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22586" y="2971800"/>
            <a:ext cx="1391869" cy="19659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8890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68890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GW + S3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168890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console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394960"/>
            <a:ext cx="2011680" cy="914400"/>
          </a:xfrm>
          <a:prstGeom prst="parallelogram">
            <a:avLst/>
          </a:prstGeom>
          <a:solidFill>
            <a:srgbClr val="7F63D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5760720"/>
            <a:ext cx="2011680" cy="914400"/>
          </a:xfrm>
          <a:prstGeom prst="parallelogram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90525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074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it running on AWS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smart-parking-management-console.s3.us-east-1.amazonaws.com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3301898" cy="35661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523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69848" y="35661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capacity gauge and tier per lot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69848" y="4434840"/>
            <a:ext cx="2753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lot shows a live occupancy gauge and a four-tier badge — Quiet, Busy or Near-full — derived on read from its capacity percentage.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4898" y="2514600"/>
            <a:ext cx="3301898" cy="35661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9218" y="27523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37506" y="35661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fault outranks fullness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37506" y="4434840"/>
            <a:ext cx="2753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LOT-B reads Alert on a gate-fault alarm despite low occupancy, while LOT-A reads Normal — the fusion always shows the more urgent of the two.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2557" y="2514600"/>
            <a:ext cx="3301898" cy="356616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6877" y="27523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405165" y="35661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occupied-spaces trend per lot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05165" y="4434840"/>
            <a:ext cx="2753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tracks both lots live, so a filling lot is visible before it reaches the near-full tier.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394960"/>
            <a:ext cx="2011680" cy="914400"/>
          </a:xfrm>
          <a:prstGeom prst="parallelogram">
            <a:avLst/>
          </a:prstGeom>
          <a:solidFill>
            <a:srgbClr val="7F63D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5760720"/>
            <a:ext cx="2011680" cy="914400"/>
          </a:xfrm>
          <a:prstGeom prst="parallelogram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90525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074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8F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full, and what is wrong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090008" cy="365760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97480"/>
            <a:ext cx="444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15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081528"/>
            <a:ext cx="4449928" cy="0"/>
          </a:xfrm>
          <a:prstGeom prst="line">
            <a:avLst/>
          </a:prstGeom>
          <a:noFill/>
          <a:ln w="19050">
            <a:solidFill>
              <a:srgbClr val="D158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46120"/>
            <a:ext cx="44499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Fullness is a smooth quantity that climbs and falls with the day; a fault is a discrete event — a gate stuck faulting, an inflow surge, a car dwelling far too long. A lot can be busy but perfectly healthy, or nearly empty yet faulted, so collapsing both into one number would hide whichever matters.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423160"/>
            <a:ext cx="5090008" cy="3657600"/>
          </a:xfrm>
          <a:prstGeom prst="roundRect">
            <a:avLst/>
          </a:prstGeom>
          <a:solidFill>
            <a:srgbClr val="322C48"/>
          </a:solidFill>
          <a:ln w="12700">
            <a:solidFill>
              <a:srgbClr val="4640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4488" y="2697480"/>
            <a:ext cx="444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44488" y="3081528"/>
            <a:ext cx="4449928" cy="0"/>
          </a:xfrm>
          <a:prstGeom prst="line">
            <a:avLst/>
          </a:prstGeom>
          <a:noFill/>
          <a:ln w="19050">
            <a:solidFill>
              <a:srgbClr val="3FAE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246120"/>
            <a:ext cx="44499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on separate axes: the fog raises the four hard fault alarms at the edge, and the dashboard buckets each lot's latest occupancy into Quiet / Busy / Near-full on read. The two fuse into one badge where any active fault outranks the fullness tier, so an operator always sees the more urgent of the two at a glance. The tier is derived fresh on every read, never stored.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2026-07-24T09:15:28Z</dcterms:created>
  <dcterms:modified xsi:type="dcterms:W3CDTF">2026-07-24T09:15:28Z</dcterms:modified>
</cp:coreProperties>
</file>