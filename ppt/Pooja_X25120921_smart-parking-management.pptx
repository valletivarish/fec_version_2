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4B2F8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Parking Management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Pooja   ·   X25120921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asks two things at once — how full is each lot, and is anything wrong — and they are not the same question: a lot can be busy but healthy, or nearly empty yet faulted.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full &gt; 270/300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 &gt; 20 veh/min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fault &gt; 3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Console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F1EEF8"/>
          </a:solidFill>
          <a:ln w="19050">
            <a:solidFill>
              <a:srgbClr val="8F79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F79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lots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F79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fault alarms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4B2F8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2F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2F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2F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6A51A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console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the four hard fault alarms at the edge; the dashboard buckets occupancy into a fullness tier on read and fuses the two into one badge.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1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smart-parking-management-console.s3.us-east-1.amazonaws.com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1EEF8"/>
          </a:solidFill>
          <a:ln w="15240">
            <a:solidFill>
              <a:srgbClr val="6A51A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capacity gauge and tier per lot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lot shows a live occupancy gauge and a four-tier badge — Quiet, Busy or Near-full — derived on read from its capacity percentage.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1EEF8"/>
          </a:solidFill>
          <a:ln w="15240">
            <a:solidFill>
              <a:srgbClr val="6A51A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outranks fullness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LOT-B reads Alert on a gate-fault alarm despite low occupancy, while LOT-A reads Normal — the fusion always shows the more urgent of the two.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1EEF8"/>
          </a:solidFill>
          <a:ln w="15240">
            <a:solidFill>
              <a:srgbClr val="6A51A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occupied-spaces trend per lot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 tracks both lots live, so a filling lot is visible before it reaches the near-full tier.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how full, and what is wrong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F1EEF8"/>
          </a:solidFill>
          <a:ln w="19050">
            <a:solidFill>
              <a:srgbClr val="E3A9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3A9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Fullness is a smooth quantity that climbs and falls with the day; a fault is a discrete event — a gate stuck faulting, an inflow surge, a car dwelling far too long. A lot can be busy but perfectly healthy, or nearly empty yet faulted, so collapsing both into one number would hide whichever matters.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F1EEF8"/>
          </a:solidFill>
          <a:ln w="19050">
            <a:solidFill>
              <a:srgbClr val="6A51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1A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them on separate axes: the fog raises the four hard fault alarms at the edge, and the dashboard buckets each lot's latest occupancy into Quiet / Busy / Near-full on read. The two fuse into one badge where any active fault outranks the fullness tier, so an operator always sees the more urgent of the two at a glance. The tier is derived fresh on every read, never stored.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4B2F83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2026-07-24T07:20:53Z</dcterms:created>
  <dcterms:modified xsi:type="dcterms:W3CDTF">2026-07-24T07:20:53Z</dcterms:modified>
</cp:coreProperties>
</file>