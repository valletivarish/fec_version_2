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Wildfire Forest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Deekonda Rakshan   ·   X25180754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weather compounds quietly — heat, smoke, wind and drying soil each look tolerable alone; the danger is the combination, and it can develop between two routine checks.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alarm 42 °C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climbs from 30 °C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3301F"/>
          </a:solidFill>
          <a:ln w="12700">
            <a:solidFill>
              <a:srgbClr val="E477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7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 smoke samples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Forest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3EA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A9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stations · 5 metrics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A9A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fire alerts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3EA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sends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history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F7C3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0–4 risk dial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Windowing, aggregation and fire alerts run beside the sensors, so warnings never wait on the cloud; a 0-to-4 fire-risk dial is derived per station on read.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1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7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wfm-frontend-923613097540.s3.us-east-1.amazonaws.com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3E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3F7C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0-to-4 fire-risk dial per station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grades each ranger station on read from earlier, lower thresholds — an escalation gradient ahead of any hard alarm.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3E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3F7C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smoke-density trend per station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stations' smoke charts run live, so a rising smoke plume is visible on the trend before it trips a hard alert.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3E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3F7C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fire-detection alert on a smoke spike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smoke density up on one station and the fire-detection alert fires within a window, dial climbing toward 4.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an invisible credential bug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273522"/>
          </a:solidFill>
          <a:ln w="15875">
            <a:solidFill>
              <a:srgbClr val="E477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77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the pipeline signs its queue and database calls with the emulator's dummy credentials, and it decided when to use them by checking whether an AWS access-key variable was present. But real AWS injects that exact variable into every function it runs — so in production every call would be signed with incomplete credentials and rejected. All 95 tests stayed green; nothing could fail until the first real deployment.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273522"/>
          </a:solidFill>
          <a:ln w="15875">
            <a:solidFill>
              <a:srgbClr val="6A9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9A5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3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a signal that only exists locally: the emulator's endpoint address. On real AWS it is absent, so the platform's own credentials take over automatically. New tests now pin that behaviour down in both profiles.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2026-07-24T07:00:27Z</dcterms:created>
  <dcterms:modified xsi:type="dcterms:W3CDTF">2026-07-24T07:00:27Z</dcterms:modified>
</cp:coreProperties>
</file>