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Wildfire Forest Monitoring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A9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Deekonda Rakshan   ·   X25180754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3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weather compounds quietly — heat, smoke, wind and drying soil each look tolerable alone; the danger is the combination, and it can develop between two routine checks.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3301F"/>
          </a:solidFill>
          <a:ln w="12700">
            <a:solidFill>
              <a:srgbClr val="E477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alarm 42 °C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3301F"/>
          </a:solidFill>
          <a:ln w="12700">
            <a:solidFill>
              <a:srgbClr val="E477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climbs from 30 °C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3301F"/>
          </a:solidFill>
          <a:ln w="12700">
            <a:solidFill>
              <a:srgbClr val="E477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 smoke samples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Forest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3EA"/>
          </a:solidFill>
          <a:ln w="19050">
            <a:solidFill>
              <a:srgbClr val="6A9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2670048"/>
            <a:ext cx="201168" cy="201168"/>
          </a:xfrm>
          <a:prstGeom prst="ellipse">
            <a:avLst/>
          </a:prstGeom>
          <a:solidFill>
            <a:srgbClr val="6A9A52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79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stations · 5 metrics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3EA"/>
          </a:solidFill>
          <a:ln w="19050">
            <a:solidFill>
              <a:srgbClr val="6A9A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93633" y="2670048"/>
            <a:ext cx="201168" cy="201168"/>
          </a:xfrm>
          <a:prstGeom prst="ellipse">
            <a:avLst/>
          </a:prstGeom>
          <a:solidFill>
            <a:srgbClr val="6A9A52"/>
          </a:solidFill>
          <a:ln/>
        </p:spPr>
      </p:sp>
      <p:sp>
        <p:nvSpPr>
          <p:cNvPr id="10" name="Text 8"/>
          <p:cNvSpPr/>
          <p:nvPr/>
        </p:nvSpPr>
        <p:spPr>
          <a:xfrm>
            <a:off x="2462113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489545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fire alerts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3EA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61387" y="2670048"/>
            <a:ext cx="201168" cy="20116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432986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5729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sends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3EA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29140" y="2670048"/>
            <a:ext cx="201168" cy="20116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619762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2505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3EA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96894" y="2670048"/>
            <a:ext cx="201168" cy="20116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5" name="Text 23"/>
          <p:cNvSpPr/>
          <p:nvPr/>
        </p:nvSpPr>
        <p:spPr>
          <a:xfrm>
            <a:off x="8065374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092806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history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3EA"/>
          </a:solidFill>
          <a:ln w="19050">
            <a:solidFill>
              <a:srgbClr val="3F7C3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64647" y="2670048"/>
            <a:ext cx="201168" cy="201168"/>
          </a:xfrm>
          <a:prstGeom prst="ellipse">
            <a:avLst/>
          </a:prstGeom>
          <a:solidFill>
            <a:srgbClr val="3F7C3F"/>
          </a:solidFill>
          <a:ln/>
        </p:spPr>
      </p:sp>
      <p:sp>
        <p:nvSpPr>
          <p:cNvPr id="30" name="Text 28"/>
          <p:cNvSpPr/>
          <p:nvPr/>
        </p:nvSpPr>
        <p:spPr>
          <a:xfrm>
            <a:off x="993312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6055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0–4 risk dial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A9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Windowing, aggregation and fire alerts run beside the sensors, so warnings never wait on the cloud; a 0-to-4 fire-risk dial is derived per station on read.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7C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wfm-frontend-923613097540.s3.us-east-1.amazonaws.com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health, all green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scripted check verifies sensors to fog to queue to ingest to store, live, end to end.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ranger stations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fire metrics per station with a 0-to-4 fire-risk dial, and fire-detection alerts firing on a smoke spike.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and scales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automated tests pass across sensors, fog node, queue consumer and dashboard; a 2,000-message burst via 32 senders drains without stalling.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A9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an invisible credential bug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73522"/>
          </a:solidFill>
          <a:ln w="15875">
            <a:solidFill>
              <a:srgbClr val="E477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77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3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the pipeline signs its queue and database calls with the emulator's dummy credentials, and it decided when to use them by checking whether an AWS access-key variable was present. But real AWS injects that exact variable into every function it runs — so in production every call would be signed with incomplete credentials and rejected. All 95 tests stayed green; nothing could fail until the first real deployment.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73522"/>
          </a:solidFill>
          <a:ln w="15875">
            <a:solidFill>
              <a:srgbClr val="6A9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A9A5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3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on a signal that only exists locally: the emulator's endpoint address. On real AWS it is absent, so the platform's own credentials take over automatically. New tests now pin that behaviour down in both profiles.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2026-07-24T06:34:25Z</dcterms:created>
  <dcterms:modified xsi:type="dcterms:W3CDTF">2026-07-24T06:34:25Z</dcterms:modified>
</cp:coreProperties>
</file>