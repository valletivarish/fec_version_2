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Wildfire Forest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21208" y="53949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3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Deekonda Rakshan   ·   X25180754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120640" y="137160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weather compounds quietly — heat, smoke, wind and drying soil each look tolerable alone; the danger is the combination, and it can develop between two routine checks.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120640" y="40233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alarm 42 °C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climbs from 30 °C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120640" y="50292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 smoke samples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0" y="6172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Forest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992728" y="123444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3EA"/>
          </a:solidFill>
          <a:ln w="17780">
            <a:solidFill>
              <a:srgbClr val="6A9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93896" y="1481328"/>
            <a:ext cx="164592" cy="164592"/>
          </a:xfrm>
          <a:prstGeom prst="ellipse">
            <a:avLst/>
          </a:prstGeom>
          <a:solidFill>
            <a:srgbClr val="6A9A52"/>
          </a:solidFill>
          <a:ln/>
        </p:spPr>
      </p:sp>
      <p:sp>
        <p:nvSpPr>
          <p:cNvPr id="5" name="Text 3"/>
          <p:cNvSpPr/>
          <p:nvPr/>
        </p:nvSpPr>
        <p:spPr>
          <a:xfrm>
            <a:off x="4495648" y="12344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sensors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644488" y="12344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stations · 5 metrics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095848" y="1892808"/>
            <a:ext cx="0" cy="219456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992728" y="2112264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3EA"/>
          </a:solidFill>
          <a:ln w="17780">
            <a:solidFill>
              <a:srgbClr val="6A9A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93896" y="2359152"/>
            <a:ext cx="164592" cy="164592"/>
          </a:xfrm>
          <a:prstGeom prst="ellipse">
            <a:avLst/>
          </a:prstGeom>
          <a:solidFill>
            <a:srgbClr val="6A9A52"/>
          </a:solidFill>
          <a:ln/>
        </p:spPr>
      </p:sp>
      <p:sp>
        <p:nvSpPr>
          <p:cNvPr id="10" name="Text 8"/>
          <p:cNvSpPr/>
          <p:nvPr/>
        </p:nvSpPr>
        <p:spPr>
          <a:xfrm>
            <a:off x="4495648" y="211226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644488" y="2112264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fire alerts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95848" y="2770632"/>
            <a:ext cx="0" cy="219456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992728" y="2990088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3EA"/>
          </a:solidFill>
          <a:ln w="17780">
            <a:solidFill>
              <a:srgbClr val="2C5F2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93896" y="3236976"/>
            <a:ext cx="164592" cy="16459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4495648" y="299008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44488" y="299008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sends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95848" y="3648456"/>
            <a:ext cx="0" cy="219456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92728" y="3867912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3EA"/>
          </a:solidFill>
          <a:ln w="17780">
            <a:solidFill>
              <a:srgbClr val="2C5F2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93896" y="4114800"/>
            <a:ext cx="164592" cy="16459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4495648" y="38679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644488" y="386791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95848" y="4526280"/>
            <a:ext cx="0" cy="219456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992728" y="4745736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3EA"/>
          </a:solidFill>
          <a:ln w="17780">
            <a:solidFill>
              <a:srgbClr val="2C5F2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93896" y="4992624"/>
            <a:ext cx="164592" cy="16459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5" name="Text 23"/>
          <p:cNvSpPr/>
          <p:nvPr/>
        </p:nvSpPr>
        <p:spPr>
          <a:xfrm>
            <a:off x="4495648" y="474573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644488" y="474573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history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95848" y="5404104"/>
            <a:ext cx="0" cy="219456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992728" y="562356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3EA"/>
          </a:solidFill>
          <a:ln w="17780">
            <a:solidFill>
              <a:srgbClr val="3F7C3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93896" y="5870448"/>
            <a:ext cx="164592" cy="164592"/>
          </a:xfrm>
          <a:prstGeom prst="ellipse">
            <a:avLst/>
          </a:prstGeom>
          <a:solidFill>
            <a:srgbClr val="3F7C3F"/>
          </a:solidFill>
          <a:ln/>
        </p:spPr>
      </p:sp>
      <p:sp>
        <p:nvSpPr>
          <p:cNvPr id="30" name="Text 28"/>
          <p:cNvSpPr/>
          <p:nvPr/>
        </p:nvSpPr>
        <p:spPr>
          <a:xfrm>
            <a:off x="4495648" y="56235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644488" y="5623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0–4 risk dial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38248" y="1234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A9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438248" y="299008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656168" y="274320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Windowing, aggregation and fire alerts run beside the sensors, so warnings never wait on the cloud; a 0-to-4 fire-risk dial is derived per station on read.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7C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wfm-frontend-923613097540.s3.us-east-1.amazonaws.com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EF3EA"/>
          </a:solidFill>
          <a:ln w="15240">
            <a:solidFill>
              <a:srgbClr val="3F7C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03704"/>
            <a:ext cx="621792" cy="62179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0-to-4 fire-risk dial per station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28800" y="2450592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grades each ranger station on read from earlier, lower thresholds — an escalation gradient ahead of any hard alarm.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401568"/>
            <a:ext cx="5303520" cy="2606040"/>
          </a:xfrm>
          <a:prstGeom prst="roundRect">
            <a:avLst>
              <a:gd name="adj" fmla="val 3509"/>
            </a:avLst>
          </a:prstGeom>
          <a:solidFill>
            <a:srgbClr val="EEF3EA"/>
          </a:solidFill>
          <a:ln w="15240">
            <a:solidFill>
              <a:srgbClr val="3F7C3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675888"/>
            <a:ext cx="603504" cy="60350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758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442569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smoke-density trend per station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1846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stations' smoke charts run live, so a rising smoke plume is visible on the trend before it trips a hard alert.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17920" y="3401568"/>
            <a:ext cx="5303520" cy="2606040"/>
          </a:xfrm>
          <a:prstGeom prst="roundRect">
            <a:avLst>
              <a:gd name="adj" fmla="val 3509"/>
            </a:avLst>
          </a:prstGeom>
          <a:solidFill>
            <a:srgbClr val="EEF3EA"/>
          </a:solidFill>
          <a:ln w="15240">
            <a:solidFill>
              <a:srgbClr val="3F7C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3675888"/>
            <a:ext cx="603504" cy="60350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36758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492240" y="442569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fire-detection alert on a smoke spike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92240" y="51846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smoke density up on one station and the fire-detection alert fires within a window, dial climbing toward 4.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an invisible credential bug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3EA"/>
          </a:solidFill>
          <a:ln w="19050">
            <a:solidFill>
              <a:srgbClr val="E477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77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the pipeline signs its queue and database calls with the emulator's dummy credentials, and it decided when to use them by checking whether an AWS access-key variable was present. But real AWS injects that exact variable into every function it runs — so in production every call would be signed with incomplete credentials and rejected. All 95 tests stayed green; nothing could fail until the first real deployment.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3EA"/>
          </a:solidFill>
          <a:ln w="19050">
            <a:solidFill>
              <a:srgbClr val="3F7C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7C3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on a signal that only exists locally: the emulator's endpoint address. On real AWS it is absent, so the platform's own credentials take over automatically. New tests now pin that behaviour down in both profiles.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2026-07-24T07:37:25Z</dcterms:created>
  <dcterms:modified xsi:type="dcterms:W3CDTF">2026-07-24T07:37:25Z</dcterms:modified>
</cp:coreProperties>
</file>