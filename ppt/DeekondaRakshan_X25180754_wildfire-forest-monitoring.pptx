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28016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Wildfire Forest Monitoring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21208" y="53949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3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Deekonda Rakshan   ·   X25180754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120640" y="1371600"/>
            <a:ext cx="6492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D3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weather compounds quietly — heat, smoke, wind and drying soil each look tolerable alone; the danger is the combination, and it can develop between two routine checks.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120640" y="402336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3301F"/>
          </a:solidFill>
          <a:ln w="12700">
            <a:solidFill>
              <a:srgbClr val="E47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40233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4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alarm 42 °C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120640" y="470916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3301F"/>
          </a:solidFill>
          <a:ln w="12700">
            <a:solidFill>
              <a:srgbClr val="E47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47091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4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climbs from 30 °C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120640" y="539496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3301F"/>
          </a:solidFill>
          <a:ln w="12700">
            <a:solidFill>
              <a:srgbClr val="E477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53949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4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 smoke samples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120640" y="6172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Edge Computing (H9FECC)   ·   deployed live on AWS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 Built — Forest Edge to Cloud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992728" y="123444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EF3EA"/>
          </a:solidFill>
          <a:ln w="17780">
            <a:solidFill>
              <a:srgbClr val="6A9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93896" y="1481328"/>
            <a:ext cx="164592" cy="164592"/>
          </a:xfrm>
          <a:prstGeom prst="ellipse">
            <a:avLst/>
          </a:prstGeom>
          <a:solidFill>
            <a:srgbClr val="6A9A52"/>
          </a:solidFill>
          <a:ln/>
        </p:spPr>
      </p:sp>
      <p:sp>
        <p:nvSpPr>
          <p:cNvPr id="5" name="Text 3"/>
          <p:cNvSpPr/>
          <p:nvPr/>
        </p:nvSpPr>
        <p:spPr>
          <a:xfrm>
            <a:off x="4495648" y="12344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sensors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44488" y="12344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2 stations · 5 metrics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095848" y="1892808"/>
            <a:ext cx="0" cy="219456"/>
          </a:xfrm>
          <a:prstGeom prst="line">
            <a:avLst/>
          </a:prstGeom>
          <a:noFill/>
          <a:ln w="25400">
            <a:solidFill>
              <a:srgbClr val="6A9A5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92728" y="2112264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EF3EA"/>
          </a:solidFill>
          <a:ln w="17780">
            <a:solidFill>
              <a:srgbClr val="6A9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93896" y="2359152"/>
            <a:ext cx="164592" cy="164592"/>
          </a:xfrm>
          <a:prstGeom prst="ellipse">
            <a:avLst/>
          </a:prstGeom>
          <a:solidFill>
            <a:srgbClr val="6A9A52"/>
          </a:solidFill>
          <a:ln/>
        </p:spPr>
      </p:sp>
      <p:sp>
        <p:nvSpPr>
          <p:cNvPr id="10" name="Text 8"/>
          <p:cNvSpPr/>
          <p:nvPr/>
        </p:nvSpPr>
        <p:spPr>
          <a:xfrm>
            <a:off x="4495648" y="21122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node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44488" y="211226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fire alerts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95848" y="2770632"/>
            <a:ext cx="0" cy="219456"/>
          </a:xfrm>
          <a:prstGeom prst="line">
            <a:avLst/>
          </a:prstGeom>
          <a:noFill/>
          <a:ln w="25400">
            <a:solidFill>
              <a:srgbClr val="6A9A5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92728" y="299008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EF3EA"/>
          </a:solidFill>
          <a:ln w="17780">
            <a:solidFill>
              <a:srgbClr val="2C5F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93896" y="3236976"/>
            <a:ext cx="164592" cy="16459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495648" y="29900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SQS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44488" y="299008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sends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95848" y="3648456"/>
            <a:ext cx="0" cy="219456"/>
          </a:xfrm>
          <a:prstGeom prst="line">
            <a:avLst/>
          </a:prstGeom>
          <a:noFill/>
          <a:ln w="25400">
            <a:solidFill>
              <a:srgbClr val="6A9A5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92728" y="3867912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EF3EA"/>
          </a:solidFill>
          <a:ln w="17780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93896" y="4114800"/>
            <a:ext cx="164592" cy="16459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4495648" y="38679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44488" y="386791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nodejs20 ingest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95848" y="4526280"/>
            <a:ext cx="0" cy="219456"/>
          </a:xfrm>
          <a:prstGeom prst="line">
            <a:avLst/>
          </a:prstGeom>
          <a:noFill/>
          <a:ln w="25400">
            <a:solidFill>
              <a:srgbClr val="6A9A5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992728" y="4745736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EF3EA"/>
          </a:solidFill>
          <a:ln w="17780">
            <a:solidFill>
              <a:srgbClr val="2C5F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93896" y="4992624"/>
            <a:ext cx="164592" cy="16459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4495648" y="47457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644488" y="474573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history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95848" y="5404104"/>
            <a:ext cx="0" cy="219456"/>
          </a:xfrm>
          <a:prstGeom prst="line">
            <a:avLst/>
          </a:prstGeom>
          <a:noFill/>
          <a:ln w="25400">
            <a:solidFill>
              <a:srgbClr val="6A9A5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992728" y="562356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EF3EA"/>
          </a:solidFill>
          <a:ln w="17780">
            <a:solidFill>
              <a:srgbClr val="3F7C3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93896" y="5870448"/>
            <a:ext cx="164592" cy="164592"/>
          </a:xfrm>
          <a:prstGeom prst="ellipse">
            <a:avLst/>
          </a:prstGeom>
          <a:solidFill>
            <a:srgbClr val="3F7C3F"/>
          </a:solidFill>
          <a:ln/>
        </p:spPr>
      </p:sp>
      <p:sp>
        <p:nvSpPr>
          <p:cNvPr id="30" name="Text 28"/>
          <p:cNvSpPr/>
          <p:nvPr/>
        </p:nvSpPr>
        <p:spPr>
          <a:xfrm>
            <a:off x="4495648" y="56235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 + S3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644488" y="5623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risk dial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38248" y="1234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A9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38248" y="29900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56168" y="27432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Windowing, aggregation and fire alerts run beside the sensors, so warnings never wait on the cloud; a 0-to-4 fire-risk dial is derived per station on read.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7C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wfm-frontend-923613097540.s3.us-east-1.amazonaws.com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EF3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828800" y="1920240"/>
            <a:ext cx="0" cy="1051560"/>
          </a:xfrm>
          <a:prstGeom prst="line">
            <a:avLst/>
          </a:prstGeom>
          <a:noFill/>
          <a:ln w="25400">
            <a:solidFill>
              <a:srgbClr val="3F7C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18745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0-to-4 fire-risk dial per station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57400" y="231343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grades each ranger station on read from earlier, lower thresholds — an escalation gradient ahead of any hard alarm.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EF3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828800" y="3383280"/>
            <a:ext cx="0" cy="1051560"/>
          </a:xfrm>
          <a:prstGeom prst="line">
            <a:avLst/>
          </a:prstGeom>
          <a:noFill/>
          <a:ln w="25400">
            <a:solidFill>
              <a:srgbClr val="3F7C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33375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smoke-density trend per station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57400" y="377647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stations' smoke charts run live, so a rising smoke plume is visible on the trend before it trips a hard alert.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EF3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1828800" y="4846320"/>
            <a:ext cx="0" cy="1051560"/>
          </a:xfrm>
          <a:prstGeom prst="line">
            <a:avLst/>
          </a:prstGeom>
          <a:noFill/>
          <a:ln w="25400">
            <a:solidFill>
              <a:srgbClr val="3F7C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48006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fire-detection alert on a smoke spike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57400" y="523951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smoke density up on one station and the fire-detection alert fires within a window, dial climbing toward 4.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9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live dashboard here — backup video ready.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Hardest Part — an invisible credential bug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EEF3EA"/>
          </a:solidFill>
          <a:ln w="19050">
            <a:solidFill>
              <a:srgbClr val="E477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477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578608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the pipeline signs its queue and database calls with the emulator's dummy credentials, and it decided when to use them by checking whether an AWS access-key variable was present. But real AWS injects that exact variable into every function it runs — so in production every call would be signed with incomplete credentials and rejected. All 95 tests stayed green; nothing could fail until the first real deployment.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041648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EEF3EA"/>
          </a:solidFill>
          <a:ln w="19050">
            <a:solidFill>
              <a:srgbClr val="3F7C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224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7C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Solution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4700016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 a signal that only exists locally: the emulator's endpoint address. On real AWS it is absent, so the platform's own credentials take over automatically. New tests now pin that behaviour down in both profiles.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2026-07-24T07:12:01Z</dcterms:created>
  <dcterms:modified xsi:type="dcterms:W3CDTF">2026-07-24T07:12:01Z</dcterms:modified>
</cp:coreProperties>
</file>