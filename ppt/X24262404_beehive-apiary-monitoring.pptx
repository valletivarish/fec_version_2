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C18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875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338328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1">
                <a:solidFill>
                  <a:srgbClr val="F5ECDC"/>
                </a:solidFill>
                <a:latin typeface="Georgia"/>
              </a:rPr>
              <a:t>Two apiaries; weight, brood temperature, humidity, acoustic buzz, entrance traffic; a colony verdict at the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783080"/>
            <a:ext cx="704088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Book Antiqua"/>
              </a:rPr>
              <a:t>Beehive and Apiary Health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4434840"/>
            <a:ext cx="6858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Yashaswini Penumarthi</a:t>
            </a:r>
          </a:p>
          <a:p>
            <a:pPr algn="l"/>
            <a:r>
              <a:rPr sz="1300" b="0" i="0">
                <a:solidFill>
                  <a:srgbClr val="ECDABA"/>
                </a:solidFill>
                <a:latin typeface="Georgia"/>
              </a:rPr>
              <a:t>Student ID X24262404</a:t>
            </a:r>
          </a:p>
          <a:p>
            <a:pPr algn="l"/>
            <a:r>
              <a:rPr sz="1250" b="0" i="0">
                <a:solidFill>
                  <a:srgbClr val="ECDABA"/>
                </a:solidFill>
                <a:latin typeface="Georgia"/>
              </a:rPr>
              <a:t>MSc in Cloud Computing   ·   Fog and Edge Computing (H9FECC)</a:t>
            </a:r>
          </a:p>
          <a:p>
            <a:pPr algn="l"/>
            <a:r>
              <a:rPr sz="1250" b="0" i="0">
                <a:solidFill>
                  <a:srgbClr val="ECDABA"/>
                </a:solidFill>
                <a:latin typeface="Georgia"/>
              </a:rPr>
              <a:t>National College of Ireland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777240"/>
            <a:ext cx="10607040" cy="868680"/>
          </a:xfrm>
        </p:spPr>
        <p:txBody>
          <a:bodyPr wrap="square" anchor="t"/>
          <a:lstStyle/>
          <a:p>
            <a:pPr algn="l"/>
            <a:r>
              <a:rPr b="1" sz="2400">
                <a:solidFill>
                  <a:srgbClr val="C1841C"/>
                </a:solidFill>
                <a:latin typeface="Book Antiqua"/>
              </a:rPr>
              <a:t>A colony changes faster than the beekeeper visits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3232" y="1828800"/>
            <a:ext cx="10698480" cy="452628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Georgia"/>
              </a:rPr>
              <a:t>A honeybee colony can slide into starvation, chilled brood, or the run-up to a swarm within days, yet a hive is opened only every week or two.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Georgia"/>
              </a:rPr>
              <a:t>Opening a hive is itself disruptive: it chills the brood nest and provokes the bees, so inspection is deliberately rare and the apiary is often far from the keeper.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Georgia"/>
              </a:rPr>
              <a:t>Ten sensor points across two apiaries stream weight, brood-nest temperature, humidity, acoustic buzz frequency and entrance traffic every 1 to 3 seconds.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Georgia"/>
              </a:rPr>
              <a:t>Sound leads the other signals: a colony preparing to swarm raises the pitch of its collective hum before its weight moves, so an acoustic rule is an early, non-invasive warning.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C1841C"/>
                </a:solidFill>
                <a:latin typeface="Georgia"/>
              </a:rPr>
              <a:t>Four colony rules are scored on every 10-second window, at the edge: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Brood overheat above 36 degrees, brood chilling below 32, both on the window mean.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Colony starvation below 20 kg, and a swarming precursor when the mean buzz passes 350 hertz.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3017520" cy="118872"/>
          </a:xfrm>
          <a:prstGeom prst="rect">
            <a:avLst/>
          </a:prstGeom>
          <a:solidFill>
            <a:srgbClr val="C18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18872" cy="1920240"/>
          </a:xfrm>
          <a:prstGeom prst="rect">
            <a:avLst/>
          </a:prstGeom>
          <a:solidFill>
            <a:srgbClr val="C18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777240"/>
            <a:ext cx="1060704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C1841C"/>
                </a:solidFill>
                <a:latin typeface="Book Antiqua"/>
              </a:rPr>
              <a:t>How it works: hive to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3232" y="1828800"/>
            <a:ext cx="10698480" cy="4526280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C1841C"/>
                </a:solidFill>
                <a:latin typeface="Georgia"/>
              </a:rPr>
              <a:t>At the apiary, edge: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Sensors: 10 hive sensors across 2 apiaries.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Fog node: 10-second windows, aggregate, colony rules.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C1841C"/>
                </a:solidFill>
                <a:latin typeface="Georgia"/>
              </a:rPr>
              <a:t>AWS cloud: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Amazon SQS: one summary per window, sent in batches.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AWS Lambda: serverless ingest of each summary.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DynamoDB: time-series store of every window.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32A26"/>
                </a:solidFill>
                <a:latin typeface="Georgia"/>
              </a:rPr>
              <a:t>Live dashboard: colony-health cards, served via S3 and API Gateway.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Verified end to end locally with Docker and an AWS emulator, then provisioned to real AWS in a single infrastructure-as-code apply of 24 resources.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3017520" cy="118872"/>
          </a:xfrm>
          <a:prstGeom prst="rect">
            <a:avLst/>
          </a:prstGeom>
          <a:solidFill>
            <a:srgbClr val="C18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18872" cy="1920240"/>
          </a:xfrm>
          <a:prstGeom prst="rect">
            <a:avLst/>
          </a:prstGeom>
          <a:solidFill>
            <a:srgbClr val="C18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777240"/>
            <a:ext cx="1060704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C1841C"/>
                </a:solidFill>
                <a:latin typeface="Book Antiqua"/>
              </a:rPr>
              <a:t>Demonstration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3232" y="1828800"/>
            <a:ext cx="5715000" cy="443484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Live dashboard: a colony-health card per apiary, each with a plain-language verdict and its five current readings against their ranges.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The alert banner names the two firing brood-overheat conditions, and both narratives report brood temperature breaching a safe threshold while weight is rising.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All four pipeline health checks green: gateway, queue, Lambda, and the end-to-end pipeline.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138 automated tests pass across sensors, fog, processor and dashboard.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3017520" cy="118872"/>
          </a:xfrm>
          <a:prstGeom prst="rect">
            <a:avLst/>
          </a:prstGeom>
          <a:solidFill>
            <a:srgbClr val="C18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18872" cy="1920240"/>
          </a:xfrm>
          <a:prstGeom prst="rect">
            <a:avLst/>
          </a:prstGeom>
          <a:solidFill>
            <a:srgbClr val="C18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269"/>
            <a:ext cx="4892040" cy="39327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777240"/>
            <a:ext cx="10607040" cy="868680"/>
          </a:xfrm>
        </p:spPr>
        <p:txBody>
          <a:bodyPr wrap="square" anchor="t"/>
          <a:lstStyle/>
          <a:p>
            <a:pPr algn="l"/>
            <a:r>
              <a:rPr b="1" sz="2400">
                <a:solidFill>
                  <a:srgbClr val="C1841C"/>
                </a:solidFill>
                <a:latin typeface="Book Antiqua"/>
              </a:rPr>
              <a:t>The hardest part: a verdict, not a jittery number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3232" y="1828800"/>
            <a:ext cx="10698480" cy="452628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C1841C"/>
                </a:solidFill>
                <a:latin typeface="Georgia"/>
              </a:rPr>
              <a:t>The goal: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A beekeeper does not want five live graphs per hive; the useful answer is whether a colony is thriving, stressed, or about to swarm.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C1841C"/>
                </a:solidFill>
                <a:latin typeface="Georgia"/>
              </a:rPr>
              <a:t>Why it was hard: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A single 10-second window is noisy - bees are loud and entrance traffic spikes - so a naive per-reading rule cries wolf, and one reading cannot tell a rising trend from a blip.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C1841C"/>
                </a:solidFill>
                <a:latin typeface="Georgia"/>
              </a:rPr>
              <a:t>The fix: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Rules score the window mean or minimum, never a single sample; then the read tier reads a short history of recent windows and reduces it to a weight trend and a brood-thermal state, composed into one sentence per apiary.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Georgia"/>
              </a:rPr>
              <a:t>The judgement lives in the read tier, where that history is already at hand, so the dashboard says "weight rising, brood temperature has breached a safe threshold" rather than showing a number to interpret.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3017520" cy="118872"/>
          </a:xfrm>
          <a:prstGeom prst="rect">
            <a:avLst/>
          </a:prstGeom>
          <a:solidFill>
            <a:srgbClr val="C18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18872" cy="1920240"/>
          </a:xfrm>
          <a:prstGeom prst="rect">
            <a:avLst/>
          </a:prstGeom>
          <a:solidFill>
            <a:srgbClr val="C18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777240"/>
            <a:ext cx="1060704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C1841C"/>
                </a:solidFill>
                <a:latin typeface="Book Antiqua"/>
              </a:rPr>
              <a:t>What to take 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3232" y="1828800"/>
            <a:ext cx="10698480" cy="452628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Georgia"/>
              </a:rPr>
              <a:t>Decide at the edge: colony rules, including the acoustic swarming precursor, fire the moment a 10-second window closes, on site.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Georgia"/>
              </a:rPr>
              <a:t>Ship summaries, not noise: one aggregate per window flows through Amazon SQS, AWS Lambda and DynamoDB, which is lean, cheap and durable.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C1841C"/>
                </a:solidFill>
                <a:latin typeface="Georgia"/>
              </a:rPr>
              <a:t>Report a judgement: the read tier turns telemetry into a plain-language colony verdict, so the keeper reads a conclusion, not a chart.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Georgia"/>
              </a:rPr>
              <a:t>Proven and portable: 138 tests pass and one infrastructure-as-code apply moves the whole pipeline onto real AWS.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Georgia"/>
              </a:rPr>
              <a:t>Thank you. 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3017520" cy="118872"/>
          </a:xfrm>
          <a:prstGeom prst="rect">
            <a:avLst/>
          </a:prstGeom>
          <a:solidFill>
            <a:srgbClr val="C18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118872" cy="1920240"/>
          </a:xfrm>
          <a:prstGeom prst="rect">
            <a:avLst/>
          </a:prstGeom>
          <a:solidFill>
            <a:srgbClr val="C18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