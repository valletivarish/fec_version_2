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-91440" y="3108960"/>
            <a:ext cx="6858000" cy="3840480"/>
          </a:xfrm>
          <a:prstGeom prst="rtTriangle">
            <a:avLst/>
          </a:prstGeom>
          <a:solidFill>
            <a:srgbClr val="5B2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Verdana"/>
              </a:rPr>
              <a:t>Retail Footfall and Inventory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E7D7E1"/>
                </a:solidFill>
                <a:latin typeface="Calibri"/>
              </a:rPr>
              <a:t>Two stores, ten sensors, one live edge-to-cloud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E9DBE4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E9DBE4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8A3A6B"/>
                </a:solidFill>
                <a:latin typeface="Verdana"/>
              </a:rPr>
              <a:t>Why periodic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8A3A6B"/>
                </a:solidFill>
                <a:latin typeface="Calibri"/>
              </a:rPr>
              <a:t>Periodic, manual checks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Empty shelves sit unnoticed between stock walks, and sales are lost silently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 fridge drifting warm between rounds puts the whole cold chain at risk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Checkout queues build in minutes; by the next walk-through, customers are already gone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8A3A6B"/>
                </a:solidFill>
                <a:latin typeface="Calibri"/>
              </a:rPr>
              <a:t>Continuous edge monitoring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Ten sensors across two stores: footfall, shelf stock, fridge temperature, queue length, energy draw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 fog gateway windows and aggregates readings right beside the shop floor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Four retail-health rules raise an alert the moment a window crosses its threshold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8A3A6B"/>
                </a:solidFill>
                <a:latin typeface="Verdana"/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Store sensors: 5 metrics x 2 stores, sampled every few seconds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Fog gateway: windows, aggregates, and evaluates alert rules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SQS: one aggregate per window on the queue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Lambda: serverless ingest of each batch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DynamoDB: durable store of aggregates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Live dashboard: Amazon S3 and API Gateway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8A3A6B"/>
                </a:solidFill>
                <a:latin typeface="Calibri"/>
              </a:rPr>
              <a:t>Verified end-to-end locally with Docker and an AWS emulator, deploys to real AWS with a single scripted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8A3A6B"/>
                </a:solidFill>
                <a:latin typeface="Verdan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live dashboard during the local end-to-end run, all four health checks green (top right)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A3A6B"/>
                </a:solidFill>
                <a:latin typeface="Calibri"/>
              </a:rPr>
              <a:t>4 / 4 pipeline health checks green: gateway, queue, Lambda, and end-to-end freshness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118 automated JUnit tests pass across the sensor, fog, processor, and dashboard modules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 messages pushed through in a burst load test by 32 parallel workers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03679"/>
            <a:ext cx="5120640" cy="36004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8A3A6B"/>
                </a:solidFill>
                <a:latin typeface="Verdana"/>
              </a:rPr>
              <a:t>Hardest part: one buffer, many writers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8A3A6B"/>
                </a:solidFill>
                <a:latin typeface="Calibri"/>
              </a:rPr>
              <a:t>The race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Every sensor reading arrives on its own web-server thread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All of them write into one in-memory buffer while a timer empties it for each window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Interleavings that drop readings show up only under load, nearly impossible to reproduce in a test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8A3A6B"/>
                </a:solidFill>
                <a:latin typeface="Calibri"/>
              </a:rPr>
              <a:t>The fix: an actor mailbox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Only one dedicated thread ever touches the buffer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 request just drops a message into that thread's mailbox queue and returns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 flush is itself a mailbox message, so it can never interleave with a write; the race is structurally impossible, not just locked away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mailbox flow: 10 request threads, a mailbox queue, a single worker thread, and one windowed buffer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8A3A6B"/>
                </a:solidFill>
                <a:latin typeface="Verdana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8A3A6B"/>
                </a:solidFill>
                <a:latin typeface="Calibri"/>
              </a:rPr>
              <a:t>Put the intelligence at the edge: windowing and alerting beside the shop floor turn raw readings into store-level decisions in seconds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whole pipeline is verified end-to-end locally and deploys to real AWS with a single scripted step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Design concurrency out rather than guarding it: the actor mailbox made data races structurally impossible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