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8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-91440" y="3108960"/>
            <a:ext cx="6858000" cy="3840480"/>
          </a:xfrm>
          <a:prstGeom prst="rtTriangle">
            <a:avLst/>
          </a:prstGeom>
          <a:solidFill>
            <a:srgbClr val="5B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Verdana"/>
              </a:rPr>
              <a:t>Retail Footfall and Inventory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E7D7E1"/>
                </a:solidFill>
                <a:latin typeface="Calibri"/>
              </a:rPr>
              <a:t>Two stores, ten sensors, one live edge-to-cloud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E9DBE4"/>
                </a:solidFill>
                <a:latin typeface="Calibri"/>
              </a:rPr>
              <a:t>MSc in Cloud Computing   ·   Fog and Edge Computing (H9FECC)</a:t>
            </a:r>
          </a:p>
          <a:p>
            <a:pPr algn="l"/>
            <a:r>
              <a:rPr sz="1250" b="0" i="0">
                <a:solidFill>
                  <a:srgbClr val="E9DBE4"/>
                </a:solidFill>
                <a:latin typeface="Calibri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45720" y="-45720"/>
            <a:ext cx="12344400" cy="694944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BB8CA9"/>
                </a:solidFill>
                <a:latin typeface="Verdana"/>
              </a:rPr>
              <a:t>Why periodic checking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BB8CA9"/>
                </a:solidFill>
                <a:latin typeface="Calibri"/>
              </a:rPr>
              <a:t>Periodic, manual checks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Empty shelves sit unnoticed between stock walks, and sales are lost silently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A fridge drifting warm between rounds puts the whole cold chain at risk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Checkout queues build in minutes; by the next walk-through, customers are already gone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B8CA9"/>
                </a:solidFill>
                <a:latin typeface="Calibri"/>
              </a:rPr>
              <a:t>Continuous edge monitoring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Ten sensors across two stores: footfall, shelf stock, fridge temperature, queue length, energy draw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A fog gateway windows and aggregates readings right beside the shop floor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Four retail-health rules raise an alert the moment a window crosses its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BB8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45720" y="-45720"/>
            <a:ext cx="12344400" cy="694944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BB8CA9"/>
                </a:solidFill>
                <a:latin typeface="Verdana"/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E6EBE8"/>
                </a:solidFill>
                <a:latin typeface="Calibri"/>
              </a:rPr>
              <a:t>Store sensors: 5 metrics x 2 stores, sampled every few seconds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BE8"/>
                </a:solidFill>
                <a:latin typeface="Calibri"/>
              </a:rPr>
              <a:t>Fog gateway: windows, aggregates, and evaluates alert rules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BE8"/>
                </a:solidFill>
                <a:latin typeface="Calibri"/>
              </a:rPr>
              <a:t>Amazon SQS: one aggregate per window on the queue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BE8"/>
                </a:solidFill>
                <a:latin typeface="Calibri"/>
              </a:rPr>
              <a:t>AWS Lambda: serverless ingest of each batch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BE8"/>
                </a:solidFill>
                <a:latin typeface="Calibri"/>
              </a:rPr>
              <a:t>Amazon DynamoDB: durable store of aggregates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BE8"/>
                </a:solidFill>
                <a:latin typeface="Calibri"/>
              </a:rPr>
              <a:t>Live dashboard: Amazon S3 and API Gateway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BB8CA9"/>
                </a:solidFill>
                <a:latin typeface="Calibri"/>
              </a:rPr>
              <a:t>Verified end-to-end locally with Docker and an AWS emulator, deploys to real AWS with a single scripted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BB8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45720" y="-45720"/>
            <a:ext cx="12344400" cy="694944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BB8CA9"/>
                </a:solidFill>
                <a:latin typeface="Verdana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5760720" cy="475488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6EBE8"/>
                </a:solidFill>
                <a:latin typeface="Calibri"/>
              </a:rPr>
              <a:t>The live dashboard during the local end-to-end run, all four health checks green (top right)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BB8CA9"/>
                </a:solidFill>
                <a:latin typeface="Calibri"/>
              </a:rPr>
              <a:t>4 / 4 pipeline health checks green: gateway, queue, Lambda, and end-to-end freshness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6EBE8"/>
                </a:solidFill>
                <a:latin typeface="Calibri"/>
              </a:rPr>
              <a:t>118 automated JUnit tests pass across the sensor, fog, processor, and dashboard modules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6EBE8"/>
                </a:solidFill>
                <a:latin typeface="Calibri"/>
              </a:rPr>
              <a:t>2,000 messages pushed through in a burst load test by 32 parallel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BB8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03679"/>
            <a:ext cx="5120640" cy="3600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45720" y="-45720"/>
            <a:ext cx="12344400" cy="694944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BB8CA9"/>
                </a:solidFill>
                <a:latin typeface="Verdana"/>
              </a:rPr>
              <a:t>Hardest part: one buffer, many writers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BB8CA9"/>
                </a:solidFill>
                <a:latin typeface="Calibri"/>
              </a:rPr>
              <a:t>The race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Every sensor reading arrives on its own web-server thread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All of them write into one in-memory buffer while a timer empties it for each window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Interleavings that drop readings show up only under load, nearly impossible to reproduce in a test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B8CA9"/>
                </a:solidFill>
                <a:latin typeface="Calibri"/>
              </a:rPr>
              <a:t>The fix: an actor mailbox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Only one dedicated thread ever touches the buffer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A request just drops a message into that thread's mailbox queue and returns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E6EBE8"/>
                </a:solidFill>
                <a:latin typeface="Calibri"/>
              </a:rPr>
              <a:t>A flush is itself a mailbox message, so it can never interleave with a write; the race is structurally impossible, not just locked away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6EBE8"/>
                </a:solidFill>
                <a:latin typeface="Calibri"/>
              </a:rPr>
              <a:t>The mailbox flow: 10 request threads, a mailbox queue, a single worker thread, and one windowed buffer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BB8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45720" y="-45720"/>
            <a:ext cx="12344400" cy="6949440"/>
          </a:xfrm>
          <a:prstGeom prst="rect">
            <a:avLst/>
          </a:prstGeom>
          <a:solidFill>
            <a:srgbClr val="1B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BB8CA9"/>
                </a:solidFill>
                <a:latin typeface="Verdana"/>
              </a:rPr>
              <a:t>What to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BB8CA9"/>
                </a:solidFill>
                <a:latin typeface="Calibri"/>
              </a:rPr>
              <a:t>Put the intelligence at the edge: windowing and alerting beside the shop floor turn raw readings into store-level decisions in seconds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BE8"/>
                </a:solidFill>
                <a:latin typeface="Calibri"/>
              </a:rPr>
              <a:t>The whole pipeline is verified end-to-end locally and deploys to real AWS with a single scripted step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BE8"/>
                </a:solidFill>
                <a:latin typeface="Calibri"/>
              </a:rPr>
              <a:t>Design concurrency out rather than guarding it: the actor mailbox made data races structurally impossible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BE8"/>
                </a:solidFill>
                <a:latin typeface="Calibri"/>
              </a:rPr>
              <a:t>Thank you.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BB8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