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" y="891540"/>
            <a:ext cx="1051560" cy="1051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1540" y="891540"/>
            <a:ext cx="1051560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 b="1">
                <a:solidFill>
                  <a:srgbClr val="3A7D34"/>
                </a:solidFill>
                <a:latin typeface="Trebuchet MS"/>
              </a:rPr>
              <a:t>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Trebuchet MS"/>
              </a:rPr>
              <a:t>Smart Agriculture Field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CDDECC"/>
                </a:solidFill>
                <a:latin typeface="Verdana"/>
              </a:rPr>
              <a:t>A fog and edge pipeline, deployed live on AWS</a:t>
            </a:r>
          </a:p>
        </p:txBody>
      </p:sp>
      <p:sp>
        <p:nvSpPr>
          <p:cNvPr id="7" name="Rectangle 6"/>
          <p:cNvSpPr/>
          <p:nvPr/>
        </p:nvSpPr>
        <p:spPr>
          <a:xfrm>
            <a:off x="-91440" y="5257800"/>
            <a:ext cx="12435840" cy="1691640"/>
          </a:xfrm>
          <a:prstGeom prst="rect">
            <a:avLst/>
          </a:prstGeom>
          <a:solidFill>
            <a:srgbClr val="234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4241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Verdana"/>
              </a:rPr>
              <a:t>Kondragunta Lakshmi Chaitanya</a:t>
            </a:r>
          </a:p>
          <a:p>
            <a:pPr algn="l"/>
            <a:r>
              <a:rPr sz="1300" b="0" i="0">
                <a:solidFill>
                  <a:srgbClr val="C7DAC6"/>
                </a:solidFill>
                <a:latin typeface="Verdana"/>
              </a:rPr>
              <a:t>Student ID X25171216</a:t>
            </a:r>
          </a:p>
          <a:p>
            <a:pPr algn="l"/>
            <a:r>
              <a:rPr sz="1250" b="0" i="0">
                <a:solidFill>
                  <a:srgbClr val="C7DAC6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C7DAC6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Why Scheduled Field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field inspected on a fixed schedule reveals a dry root zone, a frost event, or a fungal-risk humidity spell only after the fact, at the next walk-through. Continuous sensing flips that: every reading is checked against an explicit rule the moment it arrives.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2 to 4 seconds between fresh readings from every field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6 threshold alert rules evaluated at the edge.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Three hazards that a fixed schedule catches too late: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Dry root zone: soil moisture averaging under 20% means irrigation is already overdue, and on a schedule that is found days late.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Overnight frost: a dip below 3 °C damages crops within hours, while a scheduled visit only records the loss afterwards.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Fungal-risk humidity: sustained humidity above 90% quietly builds disease risk in the gap between two inspections.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Field sensors: five sensor types (soil moisture, temperature, humidity, light, rainfall) sample every 2 to 4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node: windows each stream over 10 seconds, aggregates min, max, and average, and raises alerts locally.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SQS then AWS Lambda: a managed queue absorbs batched window summaries and levels the load, then a serverless function fires on each summary and ingests it with no servers to manage.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every window lands as one record, keyed by sensor type and time, ready for fast lookups.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Amazon API Gateway serves the data API and Amazon S3 hosts the page the browser loads.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7D34"/>
                </a:solidFill>
                <a:latin typeface="Verdana"/>
              </a:rPr>
              <a:t>Raw readings never leave the edge; only compact ten-second window summaries cross into the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594232"/>
            <a:ext cx="3063239" cy="1303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Live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S3-hosted dashboard during live verification shows per-sensor panels, trend charts, and an active alert banner.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pipeline health check green: fog node, queue, Lambda, and end-to-end freshness all report healthy on the live API, with the freshest reading just 1.88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39 automated tests pass, covering the sensors' bounded random walk, fog aggregation and alert rules, SQS batching, and every dashboard route.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300-message burst absorbed: fired at the live queue in 4.5 seconds, about 67 per second, with every message processed and stored, verified directly in DynamoDB.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810226"/>
            <a:ext cx="3063239" cy="28717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Trebuchet MS"/>
              </a:rPr>
              <a:t>The Hardest Part: A Defect the Emulator Hid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The problem: a record count that quietly lied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dashboard totalled its stored records with a single DynamoDB scan. DynamoDB caps every scan at about 1 MB, so beyond the first page the count simply stops, with no error, no warning, just a smaller number.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Why it was hard: nothing ever failed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All 39 tests passed, the full emulator-backed integration run passed, and demo-sized data looked correct. With no failing signal to chase, the defect surfaced only when the pipeline ran on the real AWS account.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The fix: follow the pagination cursor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count now walks DynamoDB's pagination cursor and sums every page. It is locked in by a three-page test (500 + 500 + 214 = 1,214) and re-verified against the live deployed 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Edge-first design pays off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Aggregating and alerting at the fog node keeps raw readings local; alerts fire seconds after a threshold breaks.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Serverless scales without provisioning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SQS, Lambda, and DynamoDB rode out a 67-message-per-second burst with nothing pre-sized or pre-warmed.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An emulator is not the cloud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defects passed every local test and only surfaced against the real AWS deployment.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