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CONSERVATION HABITAT MONITORING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Conservation Habitat Monitoring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A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Hrishikesh Sajeev   ·   X25132377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4251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D6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gunshot-like acoustic spike lasts moments, a waterhole dries over days — fixed patrols learn of an event only when a ranger reaches the spot, not when it starts.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56235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63219"/>
          </a:solidFill>
          <a:ln w="12700">
            <a:solidFill>
              <a:srgbClr val="D9A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623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&gt; 75 dB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38728" y="56235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63219"/>
          </a:solidFill>
          <a:ln w="12700">
            <a:solidFill>
              <a:srgbClr val="D9A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5623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Waterhole &lt; 20 cm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19088" y="56235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63219"/>
          </a:solidFill>
          <a:ln w="12700">
            <a:solidFill>
              <a:srgbClr val="D9A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5623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rules at the edge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6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— Reserve to Live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8CA8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039112"/>
            <a:ext cx="182880" cy="182880"/>
          </a:xfrm>
          <a:prstGeom prst="ellipse">
            <a:avLst/>
          </a:prstGeom>
          <a:solidFill>
            <a:srgbClr val="8CA85E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reserves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2514600"/>
            <a:ext cx="1975104" cy="0"/>
          </a:xfrm>
          <a:prstGeom prst="line">
            <a:avLst/>
          </a:prstGeom>
          <a:noFill/>
          <a:ln w="25400">
            <a:solidFill>
              <a:srgbClr val="8CA8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8CA8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39112"/>
            <a:ext cx="182880" cy="182880"/>
          </a:xfrm>
          <a:prstGeom prst="ellipse">
            <a:avLst/>
          </a:prstGeom>
          <a:solidFill>
            <a:srgbClr val="8CA85E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 (EC2)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· aggregate · alert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2514600"/>
            <a:ext cx="1975104" cy="0"/>
          </a:xfrm>
          <a:prstGeom prst="line">
            <a:avLst/>
          </a:prstGeom>
          <a:noFill/>
          <a:ln w="25400">
            <a:solidFill>
              <a:srgbClr val="8CA85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4B6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039112"/>
            <a:ext cx="182880" cy="1828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4B6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3685032"/>
            <a:ext cx="182880" cy="1828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ingest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4160520"/>
            <a:ext cx="1975104" cy="0"/>
          </a:xfrm>
          <a:prstGeom prst="line">
            <a:avLst/>
          </a:prstGeom>
          <a:noFill/>
          <a:ln w="25400">
            <a:solidFill>
              <a:srgbClr val="8CA85E"/>
            </a:solidFill>
            <a:prstDash val="solid"/>
            <a:headEnd type="triangle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493776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4B6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685032"/>
            <a:ext cx="182880" cy="1828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store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44368" y="4160520"/>
            <a:ext cx="1975104" cy="0"/>
          </a:xfrm>
          <a:prstGeom prst="line">
            <a:avLst/>
          </a:prstGeom>
          <a:noFill/>
          <a:ln w="25400">
            <a:solidFill>
              <a:srgbClr val="8CA85E"/>
            </a:solidFill>
            <a:prstDash val="solid"/>
            <a:headEnd type="triangle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64008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F3E9"/>
          </a:solidFill>
          <a:ln w="19050">
            <a:solidFill>
              <a:srgbClr val="6A8F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685032"/>
            <a:ext cx="182880" cy="182880"/>
          </a:xfrm>
          <a:prstGeom prst="ellipse">
            <a:avLst/>
          </a:prstGeom>
          <a:solidFill>
            <a:srgbClr val="6A8F3C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154680"/>
            <a:ext cx="0" cy="365760"/>
          </a:xfrm>
          <a:prstGeom prst="line">
            <a:avLst/>
          </a:prstGeom>
          <a:noFill/>
          <a:ln w="25400">
            <a:solidFill>
              <a:srgbClr val="8CA85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B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alert rules are evaluated at the fog node, on site, before anything reaches the cloud; only compact summaries cross onward.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6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wcm-frontend-670139527491.s3.us-east-1.amazonaws.com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FF3E9"/>
          </a:solidFill>
          <a:ln w="15240">
            <a:solidFill>
              <a:srgbClr val="6A8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reserves, side by side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acoustics, waterhole level, temperature and soil moisture live for both reserves, with a field-station log.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FF3E9"/>
          </a:solidFill>
          <a:ln w="15240">
            <a:solidFill>
              <a:srgbClr val="6A8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94560"/>
            <a:ext cx="640080" cy="6400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events caught at the edge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gunshot-like acoustic spike over 75 dB or a waterhole below 20 cm raises as the window closes, while a ranger can still respond.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FF3E9"/>
          </a:solidFill>
          <a:ln w="15240">
            <a:solidFill>
              <a:srgbClr val="6A8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194560"/>
            <a:ext cx="640080" cy="640080"/>
          </a:xfrm>
          <a:prstGeom prst="ellipse">
            <a:avLst/>
          </a:prstGeom>
          <a:solidFill>
            <a:srgbClr val="4B6B2A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flags on real thresholds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7344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0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 trip on genuine breaches, and the stored count climbs 362 to 378 in fifteen seconds during the check.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6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Part — a silent DynamoDB undercount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FF3E9"/>
          </a:solidFill>
          <a:ln w="19050">
            <a:solidFill>
              <a:srgbClr val="D9A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stored-readings count came from a single DynamoDB scan. One scan call returns only about 1 MB of data and hands back a cursor for the rest, so the count silently stops short, and no error is raised anywhere. All 82 local tests and a full emulator run stayed green — a small local table fits in one page, so nothing could expose the missing pages.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FF3E9"/>
          </a:solidFill>
          <a:ln w="19050">
            <a:solidFill>
              <a:srgbClr val="6A8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8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now follows the cursor page by page with the SDK's own paginator, locked in by a four-page regression test that sums 1,287 items across four pages, and re-verified against the live account. The same audit also caught unbatched SQS sends, now grouped ten per call.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2026-07-24T07:05:04Z</dcterms:created>
  <dcterms:modified xsi:type="dcterms:W3CDTF">2026-07-24T07:05:04Z</dcterms:modified>
</cp:coreProperties>
</file>