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WILDLIFE CONSERVATION HABITAT MONITORING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Wildlife Conservation Habitat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Hrishikesh Sajeev   ·   X25132377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lasts moments, a waterhole dries over days — fixed patrols learn of an event only when a ranger reaches the spot, not when it starts.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&gt; 75 dB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Waterhole &lt; 20 cm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rules at the edge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Reserve to Live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3E9"/>
          </a:solidFill>
          <a:ln w="19050">
            <a:solidFill>
              <a:srgbClr val="8CA8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8CA85E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reserves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3E9"/>
          </a:solidFill>
          <a:ln w="19050">
            <a:solidFill>
              <a:srgbClr val="8CA8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8CA85E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 (EC2)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3E9"/>
          </a:solidFill>
          <a:ln w="19050">
            <a:solidFill>
              <a:srgbClr val="6A8F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6A8F3C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alert rules are evaluated at the fog node, on site, before anything reaches the cloud; only compact summaries cross onward.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8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wcm-frontend-670139527491.s3.us-east-1.amazonaws.com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reserves, side by side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Motion, acoustics, waterhole level, temperature and soil moisture live for both reserves, with a field-station log.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events caught at the edge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over 75 dB or a waterhole below 20 cm raises as the window closes, while a ranger can still respond.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flags on real thresholds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 trip on genuine breaches, and the stored count climbs 362 to 378 in fifteen seconds during the check.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silent DynamoDB undercount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A1E"/>
          </a:solidFill>
          <a:ln w="15875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dashboard's stored-readings count came from a single DynamoDB scan. One scan call returns only about 1 MB of data and hands back a cursor for the rest, so the count silently stops short, and no error is raised anywhere. All 82 local tests and a full emulator run stayed green — a small local table fits in one page, so nothing could expose the missing pages.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A1E"/>
          </a:solidFill>
          <a:ln w="15875">
            <a:solidFill>
              <a:srgbClr val="8CA8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A8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the cursor page by page with the SDK's own paginator, locked in by a four-page regression test that sums 1,287 items across four pages, and re-verified against the live account. The same audit also caught unbatched SQS sends, now grouped ten per call.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2026-07-24T07:00:28Z</dcterms:created>
  <dcterms:modified xsi:type="dcterms:W3CDTF">2026-07-24T07:00:28Z</dcterms:modified>
</cp:coreProperties>
</file>