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6400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28016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46304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210312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6" name="Shape 4"/>
          <p:cNvSpPr/>
          <p:nvPr/>
        </p:nvSpPr>
        <p:spPr>
          <a:xfrm>
            <a:off x="9966960" y="91440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0" y="265176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0" y="24688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Wildlife Conservation Habitat Monitoring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Hrishikesh Sajeev   ·   X25132377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E3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lasts moments, a waterhole dries over days — fixed patrols learn of an event only when a ranger reaches the spot, not when it starts.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3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6400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28016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46304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210312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6" name="Shape 4"/>
          <p:cNvSpPr/>
          <p:nvPr/>
        </p:nvSpPr>
        <p:spPr>
          <a:xfrm>
            <a:off x="9966960" y="91440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0" y="265176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0" y="24688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55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Reserve to Live Dashboard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A5501F"/>
          </a:solidFill>
          <a:ln w="12700">
            <a:solidFill>
              <a:srgbClr val="A550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sensors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reserves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26309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A5501F"/>
          </a:solidFill>
          <a:ln w="12700">
            <a:solidFill>
              <a:srgbClr val="A550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 node (EC2)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2" name="Shape 20"/>
          <p:cNvSpPr/>
          <p:nvPr/>
        </p:nvSpPr>
        <p:spPr>
          <a:xfrm>
            <a:off x="4475378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5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7" name="Shape 25"/>
          <p:cNvSpPr/>
          <p:nvPr/>
        </p:nvSpPr>
        <p:spPr>
          <a:xfrm>
            <a:off x="6324448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5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3517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5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store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7" name="Shape 35"/>
          <p:cNvSpPr/>
          <p:nvPr/>
        </p:nvSpPr>
        <p:spPr>
          <a:xfrm>
            <a:off x="10022586" y="29718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5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3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6400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28016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46304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210312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6" name="Shape 4"/>
          <p:cNvSpPr/>
          <p:nvPr/>
        </p:nvSpPr>
        <p:spPr>
          <a:xfrm>
            <a:off x="9966960" y="91440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0" y="265176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0" y="24688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55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5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wcm-frontend-670139527491.s3.us-east-1.amazonaws.com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2514600"/>
            <a:ext cx="3301898" cy="3566160"/>
          </a:xfrm>
          <a:prstGeom prst="roundRect">
            <a:avLst>
              <a:gd name="adj" fmla="val 1662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55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reserves, side by side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Motion, acoustics, waterhole level, temperature and soil moisture live for both reserves, with a field-station log.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44898" y="2514600"/>
            <a:ext cx="3301898" cy="3566160"/>
          </a:xfrm>
          <a:prstGeom prst="roundRect">
            <a:avLst>
              <a:gd name="adj" fmla="val 1662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55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Short-lived events caught at the edge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over 75 dB or a waterhole below 20 cm raises as the window closes, while a ranger can still respond.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2557" y="2514600"/>
            <a:ext cx="3301898" cy="3566160"/>
          </a:xfrm>
          <a:prstGeom prst="roundRect">
            <a:avLst>
              <a:gd name="adj" fmla="val 1662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55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 flags on real thresholds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 trip on genuine breaches, and the stored count climbs 362 to 378 in fifteen seconds during the check.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3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6400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28016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46304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210312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6" name="Shape 4"/>
          <p:cNvSpPr/>
          <p:nvPr/>
        </p:nvSpPr>
        <p:spPr>
          <a:xfrm>
            <a:off x="9966960" y="914400"/>
            <a:ext cx="128016" cy="128016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0" y="2651760"/>
            <a:ext cx="164592" cy="164592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0" y="2468880"/>
            <a:ext cx="91440" cy="91440"/>
          </a:xfrm>
          <a:prstGeom prst="ellipse">
            <a:avLst/>
          </a:prstGeom>
          <a:solidFill>
            <a:srgbClr val="A5501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55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3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silent undercount at scale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777240" y="2423160"/>
            <a:ext cx="5090008" cy="3657600"/>
          </a:xfrm>
          <a:prstGeom prst="roundRect">
            <a:avLst>
              <a:gd name="adj" fmla="val 1500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CE3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reserve's reading store grows without bound, and a naive query returns only the first page the database hands back. On real AWS that page is capped at roughly a megabyte, so once enough readings accumulate the dashboard quietly undercounts — every local test still passes because the test store is small enough to fit in one page.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24448" y="2423160"/>
            <a:ext cx="5090008" cy="3657600"/>
          </a:xfrm>
          <a:prstGeom prst="roundRect">
            <a:avLst>
              <a:gd name="adj" fmla="val 1500"/>
            </a:avLst>
          </a:prstGeom>
          <a:solidFill>
            <a:srgbClr val="2B4030"/>
          </a:solidFill>
          <a:ln w="12700">
            <a:solidFill>
              <a:srgbClr val="3F5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7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3F7D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CE3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dashboard's query follows the store's pagination cursor page by page until the scan is genuinely exhausted, and a switch-based dispatch keeps the function handler a thin router over the same query methods the local server uses. A regression test now pins the multi-page behaviour, and the fix also caught unbatched writes on the ingestion side.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2026-07-24T09:15:27Z</dcterms:created>
  <dcterms:modified xsi:type="dcterms:W3CDTF">2026-07-24T09:15:27Z</dcterms:modified>
</cp:coreProperties>
</file>