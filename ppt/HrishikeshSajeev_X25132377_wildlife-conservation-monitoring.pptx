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&gt; 75 dB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Waterhole &lt; 20 cm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at the edge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8CA85E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8CA85E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 (EC2)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9050">
            <a:solidFill>
              <a:srgbClr val="6A8F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6A8F3C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alert rules are evaluated at the fog node, on site, before anything reaches the cloud; only compact summaries cross onward.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8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four checks true: gateway, queue, Lambda, pipeline, freshest reading under six seconds 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reserves,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reserves side by side with a field-station log, and alert flags tripping on real thresholds.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automated tests pass across sensors, fog, backend processor and dashboard.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silent DynamoDB undercount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A1E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stored-readings count came from a single DynamoDB scan. One scan call returns only about 1 MB of data and hands back a cursor for the rest, so the count silently stops short, and no error is raised anywhere. All 82 local tests and a full emulator run stayed green — a small local table fits in one page, so nothing could expose the missing pages.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A1E"/>
          </a:solidFill>
          <a:ln w="15875">
            <a:solidFill>
              <a:srgbClr val="8CA8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A8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the cursor page by page with the SDK's own paginator, locked in by a four-page regression test that sums 1,287 items across four pages, and re-verified against the live account. The same audit also caught unbatched SQS sends, now grouped ten per call.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