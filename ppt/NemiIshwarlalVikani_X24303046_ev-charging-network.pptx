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 Charging Network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Nemi Ishwarlal Vikani   ·   X24303046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at a charging hub move in seconds — a manual round or an hourly poll leaves an overloaded or overheating bay unnoticed for the whole gap between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&gt; 32 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&gt; 45 °C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draw &gt; 80 kW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9050">
            <a:solidFill>
              <a:srgbClr val="4FB0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hubs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9050">
            <a:solidFill>
              <a:srgbClr val="4FB0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9050">
            <a:solidFill>
              <a:srgbClr val="1270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9050">
            <a:solidFill>
              <a:srgbClr val="1270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9050">
            <a:solidFill>
              <a:srgbClr val="1270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9050">
            <a:solidFill>
              <a:srgbClr val="1E94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1E9450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stay at the edge; the fog node sends one aggregate per sensor per window, so alerts fire next to the hardware.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ecn-frontend-350600740537.s3.us-east-1.amazonaws.com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four checks green on the live account, freshest reading a few seconds 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safety alerts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records climbed 26 to 289 across the window, with overheat risk and grid strain both firing live on hub-1.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automated tests pass across the sensor, fog, processor and dashboard modules.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one Flask app, two front doors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402B"/>
          </a:solidFill>
          <a:ln w="15875">
            <a:solidFill>
              <a:srgbClr val="E3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83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 Flask application, but API Gateway invokes a Lambda with a proxy event, not an HTTP request — so the same code had to answer in both worlds. Re-declaring every route for Lambda would drift from the local server over time, and a third-party adapter would add a dependency to maintain.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402B"/>
          </a:solidFill>
          <a:ln w="15875">
            <a:solidFill>
              <a:srgbClr val="4FB0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hand-rolled bridge turns the API Gateway proxy event into a standard Python web-server environment and invokes the existing Flask app unchanged, with a cross-origin header on every response. A pre-deployment audit also confirmed the recurring pitfalls — paginated counting, batched publishing and credential handling — were already correct.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