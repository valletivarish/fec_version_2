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 Charging Network Monitoring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B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Nemi Ishwarlal Vikani   ·   X24303046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2926080"/>
            <a:ext cx="9235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D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at a charging hub move in seconds — a manual round or an hourly poll leaves an overloaded or overheating bay unnoticed for the whole gap between checks.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8960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53A27"/>
          </a:solidFill>
          <a:ln w="12700">
            <a:solidFill>
              <a:srgbClr val="E3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8960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3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&gt; 32 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6996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53A27"/>
          </a:solidFill>
          <a:ln w="12700">
            <a:solidFill>
              <a:srgbClr val="E3A8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996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3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&gt; 45 °C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5032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53A27"/>
          </a:solidFill>
          <a:ln w="12700">
            <a:solidFill>
              <a:srgbClr val="E3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032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3A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draw &gt; 80 kW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 Built — Edge to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0"/>
          </a:solidFill>
          <a:ln w="19050">
            <a:solidFill>
              <a:srgbClr val="4FB0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2039112"/>
            <a:ext cx="182880" cy="182880"/>
          </a:xfrm>
          <a:prstGeom prst="ellipse">
            <a:avLst/>
          </a:prstGeom>
          <a:solidFill>
            <a:srgbClr val="4FB077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hubs · 5 metrics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44368" y="2514600"/>
            <a:ext cx="1975104" cy="0"/>
          </a:xfrm>
          <a:prstGeom prst="line">
            <a:avLst/>
          </a:prstGeom>
          <a:noFill/>
          <a:ln w="25400">
            <a:solidFill>
              <a:srgbClr val="4FB07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3776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0"/>
          </a:solidFill>
          <a:ln w="19050">
            <a:solidFill>
              <a:srgbClr val="4FB0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039112"/>
            <a:ext cx="182880" cy="182880"/>
          </a:xfrm>
          <a:prstGeom prst="ellipse">
            <a:avLst/>
          </a:prstGeom>
          <a:solidFill>
            <a:srgbClr val="4FB077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4 rules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42048" y="2514600"/>
            <a:ext cx="1975104" cy="0"/>
          </a:xfrm>
          <a:prstGeom prst="line">
            <a:avLst/>
          </a:prstGeom>
          <a:noFill/>
          <a:ln w="25400">
            <a:solidFill>
              <a:srgbClr val="4FB07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3544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0"/>
          </a:solidFill>
          <a:ln w="19050">
            <a:solidFill>
              <a:srgbClr val="1270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2039112"/>
            <a:ext cx="182880" cy="182880"/>
          </a:xfrm>
          <a:prstGeom prst="ellipse">
            <a:avLst/>
          </a:prstGeom>
          <a:solidFill>
            <a:srgbClr val="12703C"/>
          </a:solidFill>
          <a:ln/>
        </p:spPr>
      </p:sp>
      <p:sp>
        <p:nvSpPr>
          <p:cNvPr id="15" name="Text 13"/>
          <p:cNvSpPr/>
          <p:nvPr/>
        </p:nvSpPr>
        <p:spPr>
          <a:xfrm>
            <a:off x="920800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2354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aggregate / window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0"/>
          </a:solidFill>
          <a:ln w="19050">
            <a:solidFill>
              <a:srgbClr val="1270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3685032"/>
            <a:ext cx="182880" cy="182880"/>
          </a:xfrm>
          <a:prstGeom prst="ellipse">
            <a:avLst/>
          </a:prstGeom>
          <a:solidFill>
            <a:srgbClr val="12703C"/>
          </a:solidFill>
          <a:ln/>
        </p:spPr>
      </p:sp>
      <p:sp>
        <p:nvSpPr>
          <p:cNvPr id="19" name="Text 17"/>
          <p:cNvSpPr/>
          <p:nvPr/>
        </p:nvSpPr>
        <p:spPr>
          <a:xfrm>
            <a:off x="920800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3544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python3.12 ingest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42048" y="4160520"/>
            <a:ext cx="1975104" cy="0"/>
          </a:xfrm>
          <a:prstGeom prst="line">
            <a:avLst/>
          </a:prstGeom>
          <a:noFill/>
          <a:ln w="25400">
            <a:solidFill>
              <a:srgbClr val="4FB077"/>
            </a:solidFill>
            <a:prstDash val="solid"/>
            <a:headEnd type="triangle"/>
            <a:tailEnd type="oval"/>
          </a:ln>
        </p:spPr>
      </p:sp>
      <p:sp>
        <p:nvSpPr>
          <p:cNvPr id="22" name="Shape 20"/>
          <p:cNvSpPr/>
          <p:nvPr/>
        </p:nvSpPr>
        <p:spPr>
          <a:xfrm>
            <a:off x="493776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0"/>
          </a:solidFill>
          <a:ln w="19050">
            <a:solidFill>
              <a:srgbClr val="1270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685032"/>
            <a:ext cx="182880" cy="182880"/>
          </a:xfrm>
          <a:prstGeom prst="ellipse">
            <a:avLst/>
          </a:prstGeom>
          <a:solidFill>
            <a:srgbClr val="12703C"/>
          </a:solidFill>
          <a:ln/>
        </p:spPr>
      </p:sp>
      <p:sp>
        <p:nvSpPr>
          <p:cNvPr id="24" name="Text 22"/>
          <p:cNvSpPr/>
          <p:nvPr/>
        </p:nvSpPr>
        <p:spPr>
          <a:xfrm>
            <a:off x="491032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3776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44368" y="4160520"/>
            <a:ext cx="1975104" cy="0"/>
          </a:xfrm>
          <a:prstGeom prst="line">
            <a:avLst/>
          </a:prstGeom>
          <a:noFill/>
          <a:ln w="25400">
            <a:solidFill>
              <a:srgbClr val="4FB077"/>
            </a:solidFill>
            <a:prstDash val="solid"/>
            <a:headEnd type="triangle"/>
            <a:tailEnd type="oval"/>
          </a:ln>
        </p:spPr>
      </p:sp>
      <p:sp>
        <p:nvSpPr>
          <p:cNvPr id="27" name="Shape 25"/>
          <p:cNvSpPr/>
          <p:nvPr/>
        </p:nvSpPr>
        <p:spPr>
          <a:xfrm>
            <a:off x="64008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0"/>
          </a:solidFill>
          <a:ln w="19050">
            <a:solidFill>
              <a:srgbClr val="1E94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3685032"/>
            <a:ext cx="182880" cy="182880"/>
          </a:xfrm>
          <a:prstGeom prst="ellipse">
            <a:avLst/>
          </a:prstGeom>
          <a:solidFill>
            <a:srgbClr val="1E9450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78440" y="3154680"/>
            <a:ext cx="0" cy="365760"/>
          </a:xfrm>
          <a:prstGeom prst="line">
            <a:avLst/>
          </a:prstGeom>
          <a:noFill/>
          <a:ln w="25400">
            <a:solidFill>
              <a:srgbClr val="4FB077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2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readings stay at the edge; the fog node sends one aggregate per sensor per window, so alerts fire next to the hardware.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9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ecn-frontend-350600740537.s3.us-east-1.amazonaws.com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DF6F0"/>
          </a:solidFill>
          <a:ln w="15240">
            <a:solidFill>
              <a:srgbClr val="1E9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270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hubs, five charging metrics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battery charge, temperature, grid load and session time live for both hubs, freshest reading a few seconds old.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DF6F0"/>
          </a:solidFill>
          <a:ln w="15240">
            <a:solidFill>
              <a:srgbClr val="1E9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194560"/>
            <a:ext cx="640080" cy="640080"/>
          </a:xfrm>
          <a:prstGeom prst="ellipse">
            <a:avLst/>
          </a:prstGeom>
          <a:solidFill>
            <a:srgbClr val="12703C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safety alerts on hub-1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 risk and grid strain are both firing live on hub-1, each raised at the fog node the moment its window crossed.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DF6F0"/>
          </a:solidFill>
          <a:ln w="15240">
            <a:solidFill>
              <a:srgbClr val="1E94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194560"/>
            <a:ext cx="640080" cy="640080"/>
          </a:xfrm>
          <a:prstGeom prst="ellipse">
            <a:avLst/>
          </a:prstGeom>
          <a:solidFill>
            <a:srgbClr val="12703C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67344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climbing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67344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57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stored-record count runs from 26 to 289 across the verification window, confirming genuinely live data.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B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28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Hardest Part — one Flask app, two front doors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EDF6F0"/>
          </a:solidFill>
          <a:ln w="19050">
            <a:solidFill>
              <a:srgbClr val="E3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3A8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a Flask application, but API Gateway invokes a Lambda with a proxy event, not an HTTP request — so the same code had to answer in both worlds. Re-declaring every route for Lambda would drift from the local server over time, and a third-party adapter would add a dependency to maintain.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1112" y="187452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EDF6F0"/>
          </a:solidFill>
          <a:ln w="19050">
            <a:solidFill>
              <a:srgbClr val="1E9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94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31152" y="265176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0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hand-rolled bridge turns the API Gateway proxy event into a standard Python web-server environment and invokes the existing Flask app unchanged, with a cross-origin header on every response. A pre-deployment audit also confirmed the recurring pitfalls — paginated counting, batched publishing and credential handling — were already correct.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0" y="3703320"/>
            <a:ext cx="841248" cy="512064"/>
          </a:xfrm>
          <a:prstGeom prst="rightArrow">
            <a:avLst/>
          </a:prstGeom>
          <a:solidFill>
            <a:srgbClr val="1270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2026-07-24T07:05:03Z</dcterms:created>
  <dcterms:modified xsi:type="dcterms:W3CDTF">2026-07-24T07:05:03Z</dcterms:modified>
</cp:coreProperties>
</file>