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0"/>
            <a:ext cx="4663440" cy="6858000"/>
          </a:xfrm>
          <a:prstGeom prst="rect">
            <a:avLst/>
          </a:prstGeom>
          <a:solidFill>
            <a:srgbClr val="12703C"/>
          </a:solidFill>
          <a:ln/>
        </p:spPr>
      </p:sp>
      <p:sp>
        <p:nvSpPr>
          <p:cNvPr id="3" name="Text 1"/>
          <p:cNvSpPr/>
          <p:nvPr/>
        </p:nvSpPr>
        <p:spPr>
          <a:xfrm>
            <a:off x="7939735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 Charging Network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958023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Nemi Ishwarlal Vikani   ·   X24303046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at a charging hub move in seconds — a manual round or an hourly poll leaves an overloaded or overheating bay unnoticed for the whole gap between checks.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&gt; 32 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&gt; 45 °C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draw &gt; 80 kW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4FB0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4FB077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hubs · 5 metrics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4FB0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4FB077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270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270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270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F0"/>
          </a:solidFill>
          <a:ln w="17780">
            <a:solidFill>
              <a:srgbClr val="1E94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1E9450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FB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2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2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stay at the edge; the fog node sends one aggregate per sensor per window, so alerts fire next to the hardware.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ecn-frontend-350600740537.s3.us-east-1.amazonaws.com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hubs, five charging metrics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Current, battery charge, temperature, grid load and session time live for both hubs, freshest reading a few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safety alerts on hub-1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Overheat risk and grid strain are both firing live on hub-1, each raised at the fog node the moment its window crossed.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climbing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runs from 26 to 289 across the verification window, confirming genuinely live data.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B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Hardest Part — one Flask app, two front doors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6F0"/>
          </a:solidFill>
          <a:ln w="19050">
            <a:solidFill>
              <a:srgbClr val="E3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3A83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 Flask application, but API Gateway invokes a Lambda with a proxy event, not an HTTP request — so the same code had to answer in both worlds. Re-declaring every route for Lambda would drift from the local server over time, and a third-party adapter would add a dependency to maintain.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6F0"/>
          </a:solidFill>
          <a:ln w="19050">
            <a:solidFill>
              <a:srgbClr val="1E94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94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hand-rolled bridge turns the API Gateway proxy event into a standard Python web-server environment and invokes the existing Flask app unchanged, with a cross-origin header on every response. A pre-deployment audit also confirmed the recurring pitfalls — paginated counting, batched publishing and credential handling — were already correct.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12703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2026-07-24T07:12:01Z</dcterms:created>
  <dcterms:modified xsi:type="dcterms:W3CDTF">2026-07-24T07:12:01Z</dcterms:modified>
</cp:coreProperties>
</file>