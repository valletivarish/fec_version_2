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309360"/>
            <a:ext cx="10637215" cy="0"/>
          </a:xfrm>
          <a:prstGeom prst="line">
            <a:avLst/>
          </a:prstGeom>
          <a:noFill/>
          <a:ln w="12700">
            <a:solidFill>
              <a:srgbClr val="27E8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699461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65650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1840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98029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64218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30407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Network Monitoring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Nemi Ishwarlal Vikani   ·   X24303046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at a charging hub move in seconds — a manual round or an hourly poll leaves an overloaded or overheating bay unnoticed for the whole gap between checks.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309360"/>
            <a:ext cx="10637215" cy="0"/>
          </a:xfrm>
          <a:prstGeom prst="line">
            <a:avLst/>
          </a:prstGeom>
          <a:noFill/>
          <a:ln w="12700">
            <a:solidFill>
              <a:srgbClr val="27E8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699461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65650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1840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98029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64218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30407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E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 — Edge to Cloud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777240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sensors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hubs · 5 metrics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8" name="Shape 16"/>
          <p:cNvSpPr/>
          <p:nvPr/>
        </p:nvSpPr>
        <p:spPr>
          <a:xfrm>
            <a:off x="2626309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5378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E8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8" name="Shape 26"/>
          <p:cNvSpPr/>
          <p:nvPr/>
        </p:nvSpPr>
        <p:spPr>
          <a:xfrm>
            <a:off x="6324448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E8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8173517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E8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22586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E8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309360"/>
            <a:ext cx="10637215" cy="0"/>
          </a:xfrm>
          <a:prstGeom prst="line">
            <a:avLst/>
          </a:prstGeom>
          <a:noFill/>
          <a:ln w="12700">
            <a:solidFill>
              <a:srgbClr val="27E8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699461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65650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1840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98029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64218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30407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E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E8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ecn-frontend-350600740537.s3.us-east-1.amazonaws.com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514600"/>
            <a:ext cx="3301898" cy="3200400"/>
          </a:xfrm>
          <a:prstGeom prst="roundRect">
            <a:avLst>
              <a:gd name="adj" fmla="val 1143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7E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hubs, five charging metrics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69848" y="443484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battery charge, temperature, grid load and session time live for both hubs, freshest reading a few seconds old.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44898" y="2514600"/>
            <a:ext cx="3301898" cy="3200400"/>
          </a:xfrm>
          <a:prstGeom prst="roundRect">
            <a:avLst>
              <a:gd name="adj" fmla="val 1143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7E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alerts on hub-1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737506" y="443484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Overheat risk and grid strain are both firing live on hub-1, each raised at the fog node the moment its window crossed.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12557" y="2514600"/>
            <a:ext cx="3301898" cy="3200400"/>
          </a:xfrm>
          <a:prstGeom prst="roundRect">
            <a:avLst>
              <a:gd name="adj" fmla="val 1143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7E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405165" y="443484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runs from 26 to 289 across the verification window, confirming genuinely live data.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309360"/>
            <a:ext cx="10637215" cy="0"/>
          </a:xfrm>
          <a:prstGeom prst="line">
            <a:avLst/>
          </a:prstGeom>
          <a:noFill/>
          <a:ln w="12700">
            <a:solidFill>
              <a:srgbClr val="27E8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699461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65650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1840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98029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64218" y="6245352"/>
            <a:ext cx="128016" cy="128016"/>
          </a:xfrm>
          <a:prstGeom prst="ellipse">
            <a:avLst/>
          </a:prstGeom>
          <a:solidFill>
            <a:srgbClr val="27E881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30407" y="6245352"/>
            <a:ext cx="128016" cy="128016"/>
          </a:xfrm>
          <a:prstGeom prst="ellipse">
            <a:avLst/>
          </a:prstGeom>
          <a:solidFill>
            <a:srgbClr val="0F1412"/>
          </a:solidFill>
          <a:ln w="12700">
            <a:solidFill>
              <a:srgbClr val="27E8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E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Flask app, two front doors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777240" y="2423160"/>
            <a:ext cx="5090008" cy="3291840"/>
          </a:xfrm>
          <a:prstGeom prst="roundRect">
            <a:avLst>
              <a:gd name="adj" fmla="val 1111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246120"/>
            <a:ext cx="44499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 Flask application, but API Gateway invokes a Lambda with a proxy event, not an HTTP request — so the same code had to answer in both worlds. Re-declaring every route for Lambda would drift from the local server over time, and a third-party adapter would add a dependency to maintain.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24448" y="2423160"/>
            <a:ext cx="5090008" cy="3291840"/>
          </a:xfrm>
          <a:prstGeom prst="roundRect">
            <a:avLst>
              <a:gd name="adj" fmla="val 1111"/>
            </a:avLst>
          </a:prstGeom>
          <a:solidFill>
            <a:srgbClr val="1B221E"/>
          </a:solidFill>
          <a:ln w="12700">
            <a:solidFill>
              <a:srgbClr val="2F36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3FAE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44488" y="3246120"/>
            <a:ext cx="44499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hand-rolled bridge turns the API Gateway proxy event into a standard Python web-server environment and invokes the existing Flask app unchanged, with a cross-origin header on every response. A pre-deployment audit also confirmed the recurring pitfalls — paginated counting, batched publishing and credential handling — were already correct.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2026-07-24T09:15:28Z</dcterms:created>
  <dcterms:modified xsi:type="dcterms:W3CDTF">2026-07-24T09:15:28Z</dcterms:modified>
</cp:coreProperties>
</file>