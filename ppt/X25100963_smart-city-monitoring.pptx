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Smart City Operations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F1E5CD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 i="0">
                <a:solidFill>
                  <a:srgbClr val="FFFFFF"/>
                </a:solidFill>
                <a:latin typeface="Verdana"/>
              </a:rPr>
              <a:t>Mohammed Hassan Ahmed</a:t>
            </a:r>
          </a:p>
          <a:p>
            <a:pPr algn="r"/>
            <a:r>
              <a:rPr sz="1300" b="0" i="0">
                <a:solidFill>
                  <a:srgbClr val="EAD9B7"/>
                </a:solidFill>
                <a:latin typeface="Verdana"/>
              </a:rPr>
              <a:t>Student ID X25100963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5760720" cy="457200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62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19807"/>
            <a:ext cx="5120640" cy="3641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08A1F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62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8A1F"/>
                </a:solidFill>
                <a:latin typeface="Verdan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