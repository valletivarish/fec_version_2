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1965960"/>
            <a:ext cx="1554480" cy="822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2194560"/>
            <a:ext cx="8165592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400" b="1" i="0">
                <a:solidFill>
                  <a:srgbClr val="FFFFFF"/>
                </a:solidFill>
                <a:latin typeface="Century Gothic"/>
              </a:rPr>
              <a:t>Smart City Operations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4069080"/>
            <a:ext cx="7342631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 i="1">
                <a:solidFill>
                  <a:srgbClr val="F1E5CD"/>
                </a:solidFill>
                <a:latin typeface="Verdana"/>
              </a:rPr>
              <a:t>Ten street sensors, one edge relay, one serverless cloud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4892040"/>
            <a:ext cx="7799831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1" i="0">
                <a:solidFill>
                  <a:srgbClr val="FFFFFF"/>
                </a:solidFill>
                <a:latin typeface="Verdana"/>
              </a:rPr>
              <a:t>Mohammed Hassan Ahmed</a:t>
            </a:r>
          </a:p>
          <a:p>
            <a:pPr algn="r"/>
            <a:r>
              <a:rPr sz="1300" b="0" i="0">
                <a:solidFill>
                  <a:srgbClr val="EAD9B7"/>
                </a:solidFill>
                <a:latin typeface="Verdana"/>
              </a:rPr>
              <a:t>Student ID X25100963</a:t>
            </a:r>
          </a:p>
          <a:p>
            <a:pPr algn="r"/>
            <a:r>
              <a:rPr sz="1250" b="0" i="0">
                <a:solidFill>
                  <a:srgbClr val="EAD9B7"/>
                </a:solidFill>
                <a:latin typeface="Verdana"/>
              </a:rPr>
              <a:t>MSc in Cloud Computing   ·   Fog and Edge Computing (H9FECC)</a:t>
            </a:r>
          </a:p>
          <a:p>
            <a:pPr algn="r"/>
            <a:r>
              <a:rPr sz="1250" b="0" i="0">
                <a:solidFill>
                  <a:srgbClr val="EAD9B7"/>
                </a:solidFill>
                <a:latin typeface="Verdan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Why occasional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Congestion, pollution spikes and full car parks build and fade within minutes, between any two manual checks.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 patrol or a monthly meter read captures one moment; the breach that matters happens after the clipboard leaves.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Streaming every raw reading to a distant cloud is the other extreme: heavy, slow and costly at city scale.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What a city needs is continuous local watching, with only compact summaries and alerts leaving the street.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35 micrograms per cubic metre is the pipeline's PM2.5 alert line; an air quality breach can rise and fade between manual reads.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75 dB is the noise violation threshold; residents feel every extra minute it goes unnoticed.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Each of ten street sensors reports one reading every 2 to 5 seconds continuously, and no manual process keeps up with that.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City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Street sensors: 10 devices, 5 metrics, 2 zones.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Fog node windows, aggregates and alerts, with a 10 second aggregation window at the edge relay.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Amazon SQS aggregate queue, AWS Lambda serverless ingest, and Amazon DynamoDB durable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Live dashboard on Amazon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5 alert rules are assessed beside the sensors, not in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1 scripted step: verified locally on an AWS emulator, deploys to AWS unchanged.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Each zone and metric leaves the street as one compact summary every ten seconds, alerts already attached.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5760720" cy="457200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Dashboard captured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Two zones reporting, five metrics per zone, citywide trend charts, and the health footer along the bottom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All pipeline health checks green: edge relay online, queue reachable, Lambda deployed,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62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2,000-message burst absorbed: load test fired through 32 parallel workers as scalability evidence.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Five alert rules fire live: congestion, air quality, noise, parking and low visibility.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3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19807"/>
            <a:ext cx="5120640" cy="3641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The hardest part: a silent 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Every ten seconds the fog node hands its buffer over for flushing. What happens to a reading that arrives at that exact instant?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Sensor posts run on four parallel threads while a timer swaps the window buffer out for flushing. A reading landing mid-swap can be written into the retired buffer after the flush has already read it, and it simply vanishes.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Nothing fails: no exception, no log line, just one number quietly missing from a summary. The timing hole is microseconds wide, so ordinary tests pass every time and the loss would only surface under real concurrent load.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Verdana"/>
              </a:rPr>
              <a:t>Each buffer became a fenced generation. The flush closes the fence, waits for writers already inside to finish, then reads. A writer arriving after the fence is turned away and retries into the fresh buffer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Verdana"/>
              </a:rPr>
              <a:t>The ingest path stays lock-free; every reading now lands in exactly one window, guaranteed by the fence rather than a global lock.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91640" y="457200"/>
            <a:ext cx="9875520" cy="868680"/>
          </a:xfrm>
        </p:spPr>
        <p:txBody>
          <a:bodyPr wrap="square" anchor="ctr"/>
          <a:lstStyle/>
          <a:p>
            <a:pPr algn="l"/>
            <a:r>
              <a:rPr b="1" sz="2700">
                <a:solidFill>
                  <a:srgbClr val="C08A1F"/>
                </a:solidFill>
                <a:latin typeface="Century Gothic"/>
              </a:rPr>
              <a:t>Three things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600200"/>
            <a:ext cx="10972800" cy="466344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Alerts are computed beside the sensors: ten seconds from street reading to raised incident, and only compact summaries ever leave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The cloud side is serverless by construction: the same code runs against the local AWS emulator and real AWS, one scripted deployment step apart.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Correctness is proven, not assumed: 62 automated tests, an end-to-end pipeline check, a 2,000-message burst, and a fence for the bug that never showed itself.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Verdana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solidFill>
            <a:srgbClr val="C08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