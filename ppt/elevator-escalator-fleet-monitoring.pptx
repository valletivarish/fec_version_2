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5A5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600200"/>
            <a:ext cx="10424160" cy="2148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orbel"/>
              </a:rPr>
              <a:t>Elevator and Escalator Fleet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77639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D5D7DD"/>
                </a:solidFill>
                <a:latin typeface="Verdana"/>
              </a:rPr>
              <a:t>Edge-to-cloud safety monitoring for a two-tower elevator and escalator fleet</a:t>
            </a:r>
          </a:p>
        </p:txBody>
      </p:sp>
      <p:sp>
        <p:nvSpPr>
          <p:cNvPr id="5" name="Rectangle 4"/>
          <p:cNvSpPr/>
          <p:nvPr/>
        </p:nvSpPr>
        <p:spPr>
          <a:xfrm>
            <a:off x="-91440" y="5257800"/>
            <a:ext cx="12435840" cy="1691640"/>
          </a:xfrm>
          <a:prstGeom prst="rect">
            <a:avLst/>
          </a:prstGeom>
          <a:solidFill>
            <a:srgbClr val="37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5440680"/>
            <a:ext cx="104241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D0D2D9"/>
                </a:solidFill>
                <a:latin typeface="Verdana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D0D2D9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A5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Corbel"/>
              </a:rPr>
              <a:t>Why periodic checks fail for a lift fleet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Two towers, five metrics each: motor temperature, door cycles, cab vibration, load weight and travel speed. Ten live streams, some sampling every single second.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Faults build between visits. A motor drifting past 85 degrees C, or a cab crawling below 0.5 metres per second, stays invisible until an engineer is standing in front of the unit.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 clipboard round captures one moment in time; the fleet changes state every second, around the clock.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four fleet-safety rules watched continuously: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Motor overheat: average temperature above 85 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Ride quality: vibration above 6 mm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Overload: load above 1,000 kg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Stall: speed below 0.5 m/s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Each rule fires on window aggregates, not one noisy reading.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rbel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A5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Corbel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pipeline runs from edge to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Sensors: 10 units across 2 towers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Fog node: window, aggregate, alert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Queue: Amazon SQS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Serverless ingest: AWS Lambda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Store: Amazon DynamoDB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Live dashboard: Amazon S3 and API Gateway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Raw readings stay at the edge. The fog node windows and aggregates ten streams, so only one compact message per window crosses into the cloud.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Verified end to end locally on Docker with an AWS emulator. The same AWS SDK code targets real AWS, so deployment is a single scripted step.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Alerts are decided at the edge.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rbel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A5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Corbel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26280" y="685800"/>
            <a:ext cx="3977639" cy="53949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Live dashboard during a local end-to-end run.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117 automated tests pass across the sensor, fog, ingest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2,000-message burst from 32 parallel senders absorbed; the queue keeps draining under load.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4 / 4 pipeline health checks green: gateway, queue, Lambda and end-to-end freshness.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Alert chips fire live when a rule trips.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rbel"/>
              </a:rPr>
              <a:t>03</a:t>
            </a:r>
          </a:p>
        </p:txBody>
      </p:sp>
      <p:pic>
        <p:nvPicPr>
          <p:cNvPr id="6" name="Picture 5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992106"/>
            <a:ext cx="3063239" cy="25080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A5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Corbel"/>
              </a:rPr>
              <a:t>Hardest part: did that message really send?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problem: every window's aggregate is written into a Node stream that sends to Amazon SQS. The stream happily accepts the write; it never says whether that message actually reached the queue.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Why it was hard: streams report on the pipe, not the message, so there is no built-in "chunk N was delivered" signal. A stream error also tears the whole pipeline down, so one failed send could break every window after 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fix: tag each message with a sequence number before it enters the stream and hold a pending promise per tag. The queue sink settles exactly one promise per outcome, so a failure rejects only that caller and the stream keeps flowing.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tagged flow: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Window aggregate, tagged ticket #42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Stream pipeline: pass-through, queue sink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Amazon SQS: fleet aggregates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Ticket #42 delivered, resolved alone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Ticket #43 failed, only #43 rejected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Unit tests prove one bad send leaves every other window's publish untouched.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rbel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A5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Corbel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Decide at the edge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Raw readings never leave the building. The fog node aggregates ten streams and applies four safety rules right next to the machines.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Trust through testing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117 automated tests, a scripted end-to-end pipeline check, and a 2,000-message burst test back every claim on these slides.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Cloud-ready by design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same AWS SDK code runs on the local emulator and on real AWS. Deployment is one scripted step, not a rewrite.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Thank you.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rbel"/>
              </a:rP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