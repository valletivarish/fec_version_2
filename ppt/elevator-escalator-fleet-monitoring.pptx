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132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416052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rbel"/>
              </a:rPr>
              <a:t>Elevator and Escalator Fleet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3484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823E5A"/>
                </a:solidFill>
                <a:latin typeface="Calibri"/>
              </a:rPr>
              <a:t>Edge-to-cloud safety monitoring for a two-tower elevator and escalator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418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A635C"/>
                </a:solidFill>
                <a:latin typeface="Calibri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5A635C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100">
                <a:solidFill>
                  <a:srgbClr val="FFFFFF"/>
                </a:solidFill>
                <a:latin typeface="Corbel"/>
              </a:rPr>
              <a:t>Why periodic checks fail for a lift fleet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Two towers, five metrics each: motor temperature, door cycles, cab vibration, load weight and travel speed. Ten live streams, some sampling every single second.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Faults build between visits. A motor drifting past 85 degrees C, or a cab crawling below 0.5 metres per second, stays invisible until an engineer is standing in front of the unit.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clipboard round captures one moment in time; the fleet changes state every second, around the clock.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The four fleet-safety rules watched continuously: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Motor overheat: average temperature above 85 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Ride quality: vibration above 6 mm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Overload: load above 1,000 kg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Stall: speed below 0.5 m/s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Each rule fires on window aggregates, not one noisy reading.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orbel"/>
              </a:rPr>
              <a:t>How it works: edge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The pipeline runs from edge to cloud: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Sensors: 10 units across 2 towers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Fog node: window, aggregate, alert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Queue: Amazon SQS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Serverless ingest: AWS Lambda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Store: Amazon DynamoDB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Live dashboard: Amazon S3 and API Gateway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Raw readings stay at the edge. The fog node windows and aggregates ten streams, so only one compact message per window crosses into the cloud.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Verified end to end locally on Docker with an AWS emulator. The same AWS SDK code targets real AWS, so deployment is a single scripted step.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Alerts are decided at the 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orbel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5760720" cy="49377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Live dashboard during a local end-to-end run.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117 automated tests pass across the sensor, fog, ingest and dashboard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2,000-message burst from 32 parallel senders absorbed; the queue keeps draining under load.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4 / 4 pipeline health checks green: gateway, queue, Lambda and end-to-end freshness.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Alert chips fire live when a rule trips.</a:t>
            </a:r>
          </a:p>
        </p:txBody>
      </p:sp>
      <p:pic>
        <p:nvPicPr>
          <p:cNvPr id="5" name="Picture 4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52778"/>
            <a:ext cx="5120640" cy="4192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100">
                <a:solidFill>
                  <a:srgbClr val="FFFFFF"/>
                </a:solidFill>
                <a:latin typeface="Corbel"/>
              </a:rPr>
              <a:t>Hardest part: did that message really send?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problem: every window's aggregate is written into a Node stream that sends to Amazon SQS. The stream happily accepts the write; it never says whether that message actually reached the queue.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Why it was hard: streams report on the pipe, not the message, so there is no built-in "chunk N was delivered" signal. A stream error also tears the whole pipeline down, so one failed send could break every window after 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fix: tag each message with a sequence number before it enters the stream and hold a pending promise per tag. The queue sink settles exactly one promise per outcome, so a failure rejects only that caller and the stream keeps flowing.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The tagged flow: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Window aggregate, tagged ticket #42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Stream pipeline: pass-through, queue sink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Amazon SQS: fleet aggregates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Ticket #42 delivered, resolved alone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Ticket #43 failed, only #43 rejected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A4A6A"/>
                </a:solidFill>
                <a:latin typeface="Calibri"/>
              </a:rPr>
              <a:t>Unit tests prove one bad send leaves every other window's publish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orbel"/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9A4A6A"/>
                </a:solidFill>
                <a:latin typeface="Calibri"/>
              </a:rPr>
              <a:t>Decide at the edge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Raw readings never leave the building. The fog node aggregates ten streams and applies four safety rules right next to the machines.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9A4A6A"/>
                </a:solidFill>
                <a:latin typeface="Calibri"/>
              </a:rPr>
              <a:t>Trust through testing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117 automated tests, a scripted end-to-end pipeline check, and a 2,000-message burst test back every claim on these slides.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9A4A6A"/>
                </a:solidFill>
                <a:latin typeface="Calibri"/>
              </a:rPr>
              <a:t>Cloud-ready by design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same AWS SDK code runs on the local emulator and on real AWS. Deployment is one scripted step, not a rewrite.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