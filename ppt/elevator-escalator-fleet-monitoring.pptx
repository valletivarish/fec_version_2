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96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23E5A"/>
                </a:solidFill>
                <a:latin typeface="Calibri"/>
              </a:rPr>
              <a:t>Edge-to-cloud safety monitoring for a two-tower elevator and escalator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4A6A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four fleet-safety rules watched continuously: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Motor overheat: average temperature above 85 C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Ride quality: vibration above 6 mm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Overload: load above 1,000 kg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Stall: speed below 0.5 m/s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82512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Each rule fires on window aggregates, not one noisy reading.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1554480"/>
            <a:ext cx="27432" cy="457200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4A6A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pipeline runs from edge to cloud: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units across 2 towers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alert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Serverless ingest: AWS Lambda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82512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Alerts are decided at the edge.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1554480"/>
            <a:ext cx="27432" cy="457200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4A6A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Alert chips fire live when a rule trips.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07642"/>
            <a:ext cx="5120640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4A6A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tagged flow: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Window aggregate, tagged ticket #42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Stream pipeline: pass-through, queue sink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SQS: fleet aggregates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#42 delivered, resolved alone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#43 failed, only #43 rejected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82512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Unit tests prove one bad send leaves every other window's publish untouched.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1554480"/>
            <a:ext cx="27432" cy="457200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4A6A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Decide at the edge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Trust through testing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117 automated tests, a scripted end-to-end pipeline check, and a 2,000-message burst test back every claim on these slides.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82512" y="1481328"/>
            <a:ext cx="48920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Cloud-ready by design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1554480"/>
            <a:ext cx="27432" cy="457200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