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658368"/>
            <a:ext cx="146304" cy="14630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Shape 1"/>
          <p:cNvSpPr/>
          <p:nvPr/>
        </p:nvSpPr>
        <p:spPr>
          <a:xfrm>
            <a:off x="11076127" y="731520"/>
            <a:ext cx="457200" cy="-320040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76127" y="731520"/>
            <a:ext cx="502920" cy="1828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76127" y="731520"/>
            <a:ext cx="320040" cy="38404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 Farm Performance Monitoring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Mahek Naaz   ·   X24217808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Panels lose efficiency as they run hotter and dust builds up gradually — a fault that appears between manual inspections keeps costing energy, silently, until someone happens to look.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658368"/>
            <a:ext cx="146304" cy="14630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Shape 1"/>
          <p:cNvSpPr/>
          <p:nvPr/>
        </p:nvSpPr>
        <p:spPr>
          <a:xfrm>
            <a:off x="11076127" y="731520"/>
            <a:ext cx="457200" cy="-320040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76127" y="731520"/>
            <a:ext cx="502920" cy="1828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76127" y="731520"/>
            <a:ext cx="320040" cy="38404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 sensors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· 2 arrays · 5 metrics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 · alerts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 summaries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4" name="Shape 22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9" name="Shape 27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array · sensor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 heatmap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658368"/>
            <a:ext cx="146304" cy="14630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Shape 1"/>
          <p:cNvSpPr/>
          <p:nvPr/>
        </p:nvSpPr>
        <p:spPr>
          <a:xfrm>
            <a:off x="11076127" y="731520"/>
            <a:ext cx="457200" cy="-320040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76127" y="731520"/>
            <a:ext cx="502920" cy="1828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76127" y="731520"/>
            <a:ext cx="320040" cy="38404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sfm-frontend-263844967627.s3.us-east-1.amazonaws.com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per-array efficiency heatmap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serving layer fuses inverter output and panel temperature into a graded 0-100 efficiency index, rendered as a per-window heatmap.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live alerts on array-2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Inverter underperformance and an undervoltage fault are both firing on array-2 right now, alongside the inverter-output trend.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per-array readings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Irradiance, panel temperature, inverter output, DC voltage and soiling for both arrays, so a hot, derating panel is visible early.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658368"/>
            <a:ext cx="146304" cy="14630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Shape 1"/>
          <p:cNvSpPr/>
          <p:nvPr/>
        </p:nvSpPr>
        <p:spPr>
          <a:xfrm>
            <a:off x="11076127" y="731520"/>
            <a:ext cx="457200" cy="-320040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76127" y="731520"/>
            <a:ext cx="502920" cy="1828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76127" y="731520"/>
            <a:ext cx="320040" cy="384048"/>
          </a:xfrm>
          <a:prstGeom prst="line">
            <a:avLst/>
          </a:prstGeom>
          <a:noFill/>
          <a:ln w="15875">
            <a:solidFill>
              <a:srgbClr val="B886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two signals into one grade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operator does not want five raw numbers per array; they want to know how well each array is actually performing. But performance is not one sensor — it is inverter output judged against the panel temperature that limits it, fused into a single figure, per window, without hiding the underlying faults.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2C2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serving layer fuses inverter output and panel temperature into a graded zero-to-hundred efficiency index, computed fresh on every read and rendered as a per-window heatmap so a whole array's history reads at a glance. The hard underperformance and undervoltage alarms still fire independently at the edge, so the grade summarises without masking a real fault.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