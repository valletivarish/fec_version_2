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BAA563"/>
                </a:solidFill>
                <a:latin typeface="Constantia"/>
              </a:rPr>
              <a:t>Solar Farm Performance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7CFCB"/>
                </a:solidFill>
                <a:latin typeface="Georgia"/>
              </a:rPr>
              <a:t>An edge-to-cloud pipeline that watches two panel arrays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0060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E6EBE8"/>
                </a:solidFill>
                <a:latin typeface="Georgia"/>
              </a:rPr>
              <a:t>Mahek Naaz</a:t>
            </a:r>
          </a:p>
          <a:p>
            <a:pPr algn="ctr"/>
            <a:r>
              <a:rPr sz="1300" b="0" i="0">
                <a:solidFill>
                  <a:srgbClr val="98A3A0"/>
                </a:solidFill>
                <a:latin typeface="Georgia"/>
              </a:rPr>
              <a:t>Student ID X24217808</a:t>
            </a:r>
          </a:p>
          <a:p>
            <a:pPr algn="ctr"/>
            <a:r>
              <a:rPr sz="1250" b="0" i="0">
                <a:solidFill>
                  <a:srgbClr val="98A3A0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98A3A0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9A7B1A"/>
                </a:solidFill>
                <a:latin typeface="Constantia"/>
              </a:rPr>
              <a:t>The problem: periodic checks miss slow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Solar panels lose conversion efficiency as they run hotter: an array's thermal health score falls from 100 at 45 °C to 0 at 72 °C, so heat quietly erodes output long before anything visibly breaks.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Dust builds up gradually: the system raises a cleaning alert once average soiling passes 25 percent, a slow drift that a scheduled walk-through will almost never time correctly.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 fault that appears between manual inspections keeps costing energy, silently, until someone happens to look at that array.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Panel temperature climbs from 45 to 72 °C, the range over which modelled output health slides from 100 down to 0.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Ten sensor streams run across two arrays, each sampling every 2 to 5 seconds, far too much data to check by hand.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9A7B1A"/>
                </a:solidFill>
                <a:latin typeface="Constantia"/>
              </a:rPr>
              <a:t>How it works: edge first, cloud second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Ten sensors stream irradiance, panel temperature, inverter output, DC voltage and soiling across two arrays.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The fog node buffers, windows, aggregates and raises alerts, producing one summary per window.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Amazon SQS queues the window summaries for the backend.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AWS Lambda provides serverless ingest, triggered straight off the queue.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Amazon DynamoDB stores the windowed records per array and sensor.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A live dashboard on Amazon S3 and API Gateway shows the per-array efficiency heatmap.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Verified end to end locally: the whole pipeline runs on Docker with an AWS emulator standing in for SQS, Lambda and DynamoDB, and one scripted step deploys the identical pipeline to real AWS.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9A7B1A"/>
                </a:solidFill>
                <a:latin typeface="Constant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Dashboard during a local end-to-end run: all four pipeline health checks up, the live efficiency heatmap and per-array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Threshold alerts cover thermal derate risk, inverter underperformance, undervoltage and cleaning required.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99 automated tests pass across sensors, fog node, backend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4 of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2,000-message burst was pushed through the queue by 32 parallel senders in the load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66" y="1517904"/>
            <a:ext cx="422030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9A7B1A"/>
                </a:solidFill>
                <a:latin typeface="Constantia"/>
              </a:rPr>
              <a:t>The hardest part: a buffer that never sits still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few seconds the fog node must take everything buffered so far and aggregate it into window summaries, while ten sensors keep writing new readings into that same buffer.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Why it is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One shared buffer and one lock means aggregation blocks ingest. Copying the buffer under the lock stalls every sensor at every window; skipping the lock loses or double-counts readings. A textbook reader-writer race.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Double buffering uses two buffers, one live and one flushing. The lock is held only for an instant pointer swap of the two, so aggregation works on the swapped-out data while new readings flow into the fresh buffer.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flow: sensors write into the active buffer, a pointer swap under lock moves it to the flushing buffer, then the fog node aggregates and publishes.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Proven by a concurrent-writer stress test: nothing lost, nothing copied.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9A7B1A"/>
                </a:solidFill>
                <a:latin typeface="Constantia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Push work to the edge: windowing and alerting at the fog node turn a constant stream of raw readings into one compact summary per window before anything leaves the site.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Keep the cloud serverless: Amazon SQS, AWS Lambda and DynamoDB absorbed a 2,000-message burst in the load test with nothing to provision or manage.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Prove it, then ship it: 99 automated tests plus a scripted end-to-end pipeline check, and a single scripted step to deploy the same stack to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54864"/>
          </a:xfrm>
          <a:prstGeom prst="rect">
            <a:avLst/>
          </a:prstGeom>
          <a:solidFill>
            <a:srgbClr val="9A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