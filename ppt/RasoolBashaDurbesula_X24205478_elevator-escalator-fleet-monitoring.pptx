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Elevator &amp; Escalator Fleet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Rasool Basha Durbesula   ·   X24205478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3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 fails two ways — slowly, as a motor creeps hot or a ride roughens, and suddenly, as one overweight trip loads the car past its limit — and a clipboard round sees only one instant.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&gt; 85 °C (avg)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 &gt; 1,000 kg (peak)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 &lt; 0.5 m/s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towers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9050">
            <a:solidFill>
              <a:srgbClr val="4E62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4E6270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reads the number its fault lives in — the drift faults read the window average, the single-instant overload reads the window maximum.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2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eef-frontend-786504441742.s3.us-east-1.amazonaws.com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queue, Lambda and pipeline all green on the live deployment.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towers,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signals per tower, with one tower alerting on a ride-quality fault and an overload warning at once.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automated tests pass across sensor, fog, processor and dashboard; a 2,000-message burst from 32 senders absorbed and drained.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peak or trend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E3941"/>
          </a:solidFill>
          <a:ln w="15875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3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window becomes the same five numbers: count, min, max, average, latest. If every rule read the average, the overload would slip through — one overweight trip among nine ordinary ones averages out below the limit while the car is genuinely overloaded.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E3941"/>
          </a:solidFill>
          <a:ln w="15875">
            <a:solidFill>
              <a:srgbClr val="7488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4889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3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each rule to the number its fault lives in: overheating, rough riding and stalling are trends, so they read the window average; overload is a single instant, so it reads the window maximum. The samplers are drift-corrected so every window covers a like span of time and the peak that trips an overload is real, not a clock artefact. A unit test fires the overload on a peak the average leaves below the limit.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