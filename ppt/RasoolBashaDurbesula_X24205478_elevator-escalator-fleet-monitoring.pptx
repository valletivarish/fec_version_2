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11535" y="457200"/>
            <a:ext cx="822960" cy="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734495" y="457200"/>
            <a:ext cx="0" cy="82296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400800"/>
            <a:ext cx="822960" cy="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5577840"/>
            <a:ext cx="0" cy="82296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64592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ECE9D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Elevator &amp; Escalator Fleet Monitoring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3375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Rasool Basha Durbesula   ·   X24205478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3931920"/>
            <a:ext cx="81381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lift fails two ways — slowly, as a motor creeps hot or a ride roughens, and suddenly, as one overweight trip loads the car past its limit — and a clipboard round sees only one instant.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11535" y="457200"/>
            <a:ext cx="822960" cy="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734495" y="457200"/>
            <a:ext cx="0" cy="82296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400800"/>
            <a:ext cx="822960" cy="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5577840"/>
            <a:ext cx="0" cy="82296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C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CE9D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 Built — Sensor to Screen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77240" y="2971800"/>
            <a:ext cx="1391869" cy="1965960"/>
          </a:xfrm>
          <a:prstGeom prst="roundRect">
            <a:avLst/>
          </a:prstGeom>
          <a:solidFill>
            <a:srgbClr val="FFCC00"/>
          </a:solidFill>
          <a:ln w="12700">
            <a:solidFill>
              <a:srgbClr val="FFCC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544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23544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Cab sensors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3544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towers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42261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4" name="Shape 12"/>
          <p:cNvSpPr/>
          <p:nvPr/>
        </p:nvSpPr>
        <p:spPr>
          <a:xfrm>
            <a:off x="2626309" y="2971800"/>
            <a:ext cx="1391869" cy="1965960"/>
          </a:xfrm>
          <a:prstGeom prst="roundRect">
            <a:avLst/>
          </a:prstGeom>
          <a:solidFill>
            <a:srgbClr val="FFCC00"/>
          </a:solidFill>
          <a:ln w="12700">
            <a:solidFill>
              <a:srgbClr val="FFCC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72613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72613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Fog node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72613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aggregate · alert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9133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475378" y="2971800"/>
            <a:ext cx="1391869" cy="1965960"/>
          </a:xfrm>
          <a:prstGeom prst="roundRect">
            <a:avLst/>
          </a:prstGeom>
          <a:solidFill>
            <a:srgbClr val="202226"/>
          </a:solidFill>
          <a:ln w="12700">
            <a:solidFill>
              <a:srgbClr val="3436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2168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2168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CE9D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62168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4040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4" name="Shape 22"/>
          <p:cNvSpPr/>
          <p:nvPr/>
        </p:nvSpPr>
        <p:spPr>
          <a:xfrm>
            <a:off x="6324448" y="2971800"/>
            <a:ext cx="1391869" cy="1965960"/>
          </a:xfrm>
          <a:prstGeom prst="roundRect">
            <a:avLst/>
          </a:prstGeom>
          <a:solidFill>
            <a:srgbClr val="202226"/>
          </a:solidFill>
          <a:ln w="12700">
            <a:solidFill>
              <a:srgbClr val="3436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075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7075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CE9D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7075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789469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9" name="Shape 27"/>
          <p:cNvSpPr/>
          <p:nvPr/>
        </p:nvSpPr>
        <p:spPr>
          <a:xfrm>
            <a:off x="8173517" y="2971800"/>
            <a:ext cx="1391869" cy="1965960"/>
          </a:xfrm>
          <a:prstGeom prst="roundRect">
            <a:avLst/>
          </a:prstGeom>
          <a:solidFill>
            <a:srgbClr val="202226"/>
          </a:solidFill>
          <a:ln w="12700">
            <a:solidFill>
              <a:srgbClr val="3436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19821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19821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CE9D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319821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638538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22586" y="2971800"/>
            <a:ext cx="1391869" cy="1965960"/>
          </a:xfrm>
          <a:prstGeom prst="roundRect">
            <a:avLst/>
          </a:prstGeom>
          <a:solidFill>
            <a:srgbClr val="202226"/>
          </a:solidFill>
          <a:ln w="12700">
            <a:solidFill>
              <a:srgbClr val="3436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68890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168890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CE9D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168890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11535" y="457200"/>
            <a:ext cx="822960" cy="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734495" y="457200"/>
            <a:ext cx="0" cy="82296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400800"/>
            <a:ext cx="822960" cy="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5577840"/>
            <a:ext cx="0" cy="82296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C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CE9D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777240" y="190195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eef-frontend-786504441742.s3.us-east-1.amazonaws.com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514600"/>
            <a:ext cx="3301898" cy="3566160"/>
          </a:xfrm>
          <a:prstGeom prst="roundRect">
            <a:avLst/>
          </a:prstGeom>
          <a:solidFill>
            <a:srgbClr val="202226"/>
          </a:solidFill>
          <a:ln w="12700">
            <a:solidFill>
              <a:srgbClr val="343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C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069848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CE9D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meter card per signal, per tower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069848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temperature, door cycles, cab vibration, load weight and travel speed live for both towers with native meter bars.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44898" y="2514600"/>
            <a:ext cx="3301898" cy="3566160"/>
          </a:xfrm>
          <a:prstGeom prst="roundRect">
            <a:avLst/>
          </a:prstGeom>
          <a:solidFill>
            <a:srgbClr val="202226"/>
          </a:solidFill>
          <a:ln w="12700">
            <a:solidFill>
              <a:srgbClr val="3436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19218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C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737506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CE9D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Two faults at opposite ends of time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737506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Tower-B is firing a ride-quality fault (a drift, read on the average) and an overload warning (an instant, read on the peak) at once.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12557" y="2514600"/>
            <a:ext cx="3301898" cy="3566160"/>
          </a:xfrm>
          <a:prstGeom prst="roundRect">
            <a:avLst/>
          </a:prstGeom>
          <a:solidFill>
            <a:srgbClr val="202226"/>
          </a:solidFill>
          <a:ln w="12700">
            <a:solidFill>
              <a:srgbClr val="3436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86877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C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8405165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CE9D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Window-average trend charts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405165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trend charts run per tower, so a slowly overheating motor is visible on the trend well before it alarms.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11535" y="457200"/>
            <a:ext cx="822960" cy="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734495" y="457200"/>
            <a:ext cx="0" cy="82296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400800"/>
            <a:ext cx="822960" cy="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5577840"/>
            <a:ext cx="0" cy="822960"/>
          </a:xfrm>
          <a:prstGeom prst="line">
            <a:avLst/>
          </a:prstGeom>
          <a:noFill/>
          <a:ln w="25400">
            <a:solidFill>
              <a:srgbClr val="FFCC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C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CE9D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peak or trend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77240" y="2423160"/>
            <a:ext cx="5090008" cy="3657600"/>
          </a:xfrm>
          <a:prstGeom prst="roundRect">
            <a:avLst/>
          </a:prstGeom>
          <a:solidFill>
            <a:srgbClr val="202226"/>
          </a:solidFill>
          <a:ln w="12700">
            <a:solidFill>
              <a:srgbClr val="3436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58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97280" y="3081528"/>
            <a:ext cx="4449928" cy="0"/>
          </a:xfrm>
          <a:prstGeom prst="line">
            <a:avLst/>
          </a:prstGeom>
          <a:noFill/>
          <a:ln w="19050">
            <a:solidFill>
              <a:srgbClr val="D158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window becomes the same five numbers: count, min, max, average, latest. If every rule read the average, the overload would slip through — one overweight trip among nine ordinary ones averages out below the limit while the car is genuinely overloaded.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24448" y="2423160"/>
            <a:ext cx="5090008" cy="3657600"/>
          </a:xfrm>
          <a:prstGeom prst="roundRect">
            <a:avLst/>
          </a:prstGeom>
          <a:solidFill>
            <a:srgbClr val="202226"/>
          </a:solidFill>
          <a:ln w="12700">
            <a:solidFill>
              <a:srgbClr val="3436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4488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9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644488" y="3081528"/>
            <a:ext cx="4449928" cy="0"/>
          </a:xfrm>
          <a:prstGeom prst="line">
            <a:avLst/>
          </a:prstGeom>
          <a:noFill/>
          <a:ln w="19050">
            <a:solidFill>
              <a:srgbClr val="35C9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44488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each rule to the number its fault lives in: overheating, rough riding and stalling are trends, so they read the window average; overload is a single instant, so it reads the window maximum. The samplers are drift-corrected so every window covers a like span of time and the peak that trips an overload is real, not a clock artefact. A unit test fires the overload on a peak the average leaves below the limit.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2026-07-24T09:15:28Z</dcterms:created>
  <dcterms:modified xsi:type="dcterms:W3CDTF">2026-07-24T09:15:28Z</dcterms:modified>
</cp:coreProperties>
</file>