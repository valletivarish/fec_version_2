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00200"/>
            <a:ext cx="10424160" cy="2148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entury Gothic"/>
              </a:rPr>
              <a:t>Elevator and Escalator Fleet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CDD1D3"/>
                </a:solidFill>
                <a:latin typeface="Cambria"/>
              </a:rPr>
              <a:t>Peak and trend at the edge for a two-tower vertical-transport fleet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-91440" y="5257800"/>
            <a:ext cx="12435840" cy="1691640"/>
          </a:xfrm>
          <a:prstGeom prst="rect">
            <a:avLst/>
          </a:prstGeom>
          <a:solidFill>
            <a:srgbClr val="222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mbria"/>
              </a:rPr>
              <a:t>Rasool Basha Durbesula</a:t>
            </a:r>
          </a:p>
          <a:p>
            <a:pPr algn="l"/>
            <a:r>
              <a:rPr sz="1300" b="0" i="0">
                <a:solidFill>
                  <a:srgbClr val="C7CBCD"/>
                </a:solidFill>
                <a:latin typeface="Cambria"/>
              </a:rPr>
              <a:t>Student ID X24205478</a:t>
            </a:r>
          </a:p>
          <a:p>
            <a:pPr algn="l"/>
            <a:r>
              <a:rPr sz="1250" b="0" i="0">
                <a:solidFill>
                  <a:srgbClr val="C7CBCD"/>
                </a:solidFill>
                <a:latin typeface="Cambri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C7CBCD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entury Gothic"/>
              </a:rPr>
              <a:t>Two ways a lift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 lift fails two ways: slowly, as a motor creeps hot or a ride roughens, and suddenly, as one overweight trip loads the car past its limit.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Two towers, five signals each, ten live streams: motor temperature, door cycles, cab vibration, load weight, travel speed.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 clipboard round sees one instant; the fleet changes state every second, around the clock.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Four rules run continuously on window summaries, each reading the number its fault lives in: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Motor overheat: average temperature above 85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Ride quality: average vibration above 6 mm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Stall: average speed below 0.5 m/s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Overload: peak load above 1,000 kg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Door cycles are carried as context and raise no alarm.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entury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entury Gothic"/>
              </a:rPr>
              <a:t>From sensor to screen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Raw readings stay at the edge. The fog node windows and aggregates ten streams, so only one compact summary per window crosses into the cloud.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Sensors: 10 processes across 2 towers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node: window, aggregate, alert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Alerts are decided at the edge, in the window they appear, not after a trip to a distant region.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Provisioned to a real AWS account in one infrastructure-as-code step: 24 resources, no manual clicking.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entury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entury Gothic"/>
              </a:rP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live dashboard reading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Both towers stream all five signals; one tower is alerting on a ride-quality fault and an overload warning at once.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checks green: Gateway, Queue, Lambda,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122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 2,000-message burst from 32 parallel senders is absorbed and drained.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entury Gothic"/>
              </a:rPr>
              <a:t>03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044223"/>
            <a:ext cx="3063239" cy="2403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entury Gothic"/>
              </a:rPr>
              <a:t>The subtle part: peak or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Every window becomes the same five numbers: count, minimum, maximum, average, latest.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If every rule read the average, the overload would slip through. One overweight trip among nine ordinary ones averages out below the limit while the car is genuinely overloaded.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fix: bind each rule to the number its fault lives in.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Overheating, rough riding, stalling are trends, so they read the window average.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Overload is a single instant, so it reads the window maximum.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Supporting choice: the samplers are drift corrected, so every window covers a like span of time and the peak that trips an overload is real, not an artefact of a clock that slipped.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A unit test fires the overload on a peak the window average leaves below the limit.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entury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entury Gothic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Read the right number: an average catches a drift, a peak catches a single dangerous instant, and one summary serves both.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Decide at the edge: raw readings never leave the building, and the fog node aggregates ten streams and applies four rules next to the machines.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Cloud-ready by design: the same code runs on the local emulator and on real AWS, so deployment is one scripted step.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entury Gothic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