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Elevator &amp; Escalator Fleet Monitoring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4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Rasool Basha Durbesula   ·   X24205478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2926080"/>
            <a:ext cx="9235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3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lift fails two ways — slowly, as a motor creeps hot or a ride roughens, and suddenly, as one overweight trip loads the car past its limit — and a clipboard round sees only one instant.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8960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A343B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8960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&gt; 85 °C (avg)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6996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A343B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996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&gt; 1,000 kg (peak)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50328" y="4526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A343B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50328" y="4526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&lt; 0.5 m/s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 Built — Sensor to Screen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EFF2F4"/>
          </a:solidFill>
          <a:ln w="19050">
            <a:solidFill>
              <a:srgbClr val="7488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4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7488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32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sensors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towers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748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66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50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· aggregate · alert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3246120"/>
            <a:ext cx="502920" cy="0"/>
          </a:xfrm>
          <a:prstGeom prst="line">
            <a:avLst/>
          </a:prstGeom>
          <a:noFill/>
          <a:ln w="3175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554480"/>
            <a:ext cx="6949440" cy="3383280"/>
          </a:xfrm>
          <a:prstGeom prst="roundRect">
            <a:avLst>
              <a:gd name="adj" fmla="val 2703"/>
            </a:avLst>
          </a:prstGeom>
          <a:solidFill>
            <a:srgbClr val="EFF2F4"/>
          </a:solidFill>
          <a:ln w="19050">
            <a:solidFill>
              <a:srgbClr val="374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91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(serverless)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6517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374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28032" y="34015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queue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18504" y="3337560"/>
            <a:ext cx="164592" cy="0"/>
          </a:xfrm>
          <a:prstGeom prst="line">
            <a:avLst/>
          </a:prstGeom>
          <a:noFill/>
          <a:ln w="20320">
            <a:solidFill>
              <a:srgbClr val="7488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92240" y="26517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374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34015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nodejs20 ingest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64424" y="3337560"/>
            <a:ext cx="164592" cy="0"/>
          </a:xfrm>
          <a:prstGeom prst="line">
            <a:avLst/>
          </a:prstGeom>
          <a:noFill/>
          <a:ln w="20320">
            <a:solidFill>
              <a:srgbClr val="74889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26517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3747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19872" y="34015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store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10344" y="3337560"/>
            <a:ext cx="164592" cy="0"/>
          </a:xfrm>
          <a:prstGeom prst="line">
            <a:avLst/>
          </a:prstGeom>
          <a:noFill/>
          <a:ln w="20320">
            <a:solidFill>
              <a:srgbClr val="74889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84080" y="26517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4E62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65792" y="34015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reads the number its fault lives in — the drift faults read the window average, the single-instant overload reads the window maximum.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7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eef-frontend-786504441742.s3.us-east-1.amazonaws.com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FF2F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828800" y="1920240"/>
            <a:ext cx="0" cy="1051560"/>
          </a:xfrm>
          <a:prstGeom prst="line">
            <a:avLst/>
          </a:prstGeom>
          <a:noFill/>
          <a:ln w="25400">
            <a:solidFill>
              <a:srgbClr val="4E62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8745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meter card per signal, per tower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231343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temperature, door cycles, cab vibration, load weight and travel speed live for both towers with native meter bars.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FF2F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828800" y="3383280"/>
            <a:ext cx="0" cy="1051560"/>
          </a:xfrm>
          <a:prstGeom prst="line">
            <a:avLst/>
          </a:prstGeom>
          <a:noFill/>
          <a:ln w="25400">
            <a:solidFill>
              <a:srgbClr val="4E62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337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faults at opposite ends of 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377647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Tower-B is firing a ride-quality fault (a drift, read on the average) and an overload warning (an instant, read on the peak) at once.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FF2F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1828800" y="4846320"/>
            <a:ext cx="0" cy="1051560"/>
          </a:xfrm>
          <a:prstGeom prst="line">
            <a:avLst/>
          </a:prstGeom>
          <a:noFill/>
          <a:ln w="25400">
            <a:solidFill>
              <a:srgbClr val="4E62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48006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Window-average trend charts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57400" y="523951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trend charts run per tower, so a slowly overheating motor is visible on the trend well before it alarms.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Hardest Part — peak or trend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2E3941"/>
          </a:solidFill>
          <a:ln w="15875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A5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786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3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window becomes the same five numbers: count, min, max, average, latest. If every rule read the average, the overload would slip through — one overweight trip among nine ordinary ones averages out below the limit while the car is genuinely overloaded.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41648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2E3941"/>
          </a:solidFill>
          <a:ln w="15875">
            <a:solidFill>
              <a:srgbClr val="7488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488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4700016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3D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each rule to the number its fault lives in: overheating, rough riding and stalling are trends, so they read the window average; overload is a single instant, so it reads the window maximum. The samplers are drift-corrected so every window covers a like span of time and the peak that trips an overload is real, not a clock artefact. A unit test fires the overload on a peak the average leaves below the limit.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2026-07-24T07:00:28Z</dcterms:created>
  <dcterms:modified xsi:type="dcterms:W3CDTF">2026-07-24T07:00:28Z</dcterms:modified>
</cp:coreProperties>
</file>