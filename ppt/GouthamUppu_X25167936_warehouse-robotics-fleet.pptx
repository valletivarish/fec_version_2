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Warehouse Robotics Fleet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Goutham Uppu   ·   X25167936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ferry totes across two zones, and their condition changes faster than any inspection round — battery degradation shows in continuous telemetry long before outright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live signals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robots · 2 zones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thresholds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Robot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on EC2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9050">
            <a:solidFill>
              <a:srgbClr val="3341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9050">
            <a:solidFill>
              <a:srgbClr val="3341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9050">
            <a:solidFill>
              <a:srgbClr val="3341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aggregates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9050">
            <a:solidFill>
              <a:srgbClr val="4C657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4C6579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aggregates cross to the cloud; raw samples never leave the edge, and alerts fire beside the robots.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65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wrf-frontend-789399341650.s3.us-east-1.amazonaws.com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Lambda and pipeline all healthy, with the freshest window seconds 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fleet telemetry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across two zones, five channels each, with item counts climbing during the check.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deploy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automated tests pass, plus a 2,000-message burst via 32 workers; one Terraform apply provisioned all 24 resources.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the bug only real AWS could expose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138"/>
          </a:solidFill>
          <a:ln w="15875">
            <a:solidFill>
              <a:srgbClr val="EC7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7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AWS-facing components always built static test credentials for the local emulator, and the fog publisher always applied its endpoint override — even on real AWS. Every one of the 116 tests passed and the full stack ran cleanly on the emulator, but on real AWS the Lambdas would override their execution-role credentials and be rejected, and the fog node would crash at startup on a missing endpoint.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138"/>
          </a:solidFill>
          <a:ln w="15875">
            <a:solidFill>
              <a:srgbClr val="7488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4889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endpoint setting itself: present means emulator credentials, absent means the real AWS role — exactly as one class already did correctly. Deployed with this fix, every health check came up green on the first attempt. One of four defects a pre-deployment audit caught, none visible to a green 116-test suite.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2026-07-24T06:34:25Z</dcterms:created>
  <dcterms:modified xsi:type="dcterms:W3CDTF">2026-07-24T06:34:25Z</dcterms:modified>
</cp:coreProperties>
</file>