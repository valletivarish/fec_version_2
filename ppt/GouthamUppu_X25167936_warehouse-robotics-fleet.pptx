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0"/>
            <a:ext cx="4663440" cy="6858000"/>
          </a:xfrm>
          <a:prstGeom prst="rect">
            <a:avLst/>
          </a:prstGeom>
          <a:solidFill>
            <a:srgbClr val="33414F"/>
          </a:solidFill>
          <a:ln/>
        </p:spPr>
      </p:sp>
      <p:sp>
        <p:nvSpPr>
          <p:cNvPr id="3" name="Text 1"/>
          <p:cNvSpPr/>
          <p:nvPr/>
        </p:nvSpPr>
        <p:spPr>
          <a:xfrm>
            <a:off x="7939735" y="128016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Warehouse Robotics Fleet Monitoring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958023" y="5394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Goutham Uppu   ·   X25167936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92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robots ferry totes across two zones, and their condition changes faster than any inspection round — battery degradation shows in continuous telemetry long before outright failure.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7488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live signals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681728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7488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81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robots · 2 zones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40096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7488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3400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thresholds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 Built — Robot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92728" y="123444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1F4"/>
          </a:solidFill>
          <a:ln w="17780">
            <a:solidFill>
              <a:srgbClr val="7488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93896" y="1481328"/>
            <a:ext cx="164592" cy="164592"/>
          </a:xfrm>
          <a:prstGeom prst="ellipse">
            <a:avLst/>
          </a:prstGeom>
          <a:solidFill>
            <a:srgbClr val="74889A"/>
          </a:solidFill>
          <a:ln/>
        </p:spPr>
      </p:sp>
      <p:sp>
        <p:nvSpPr>
          <p:cNvPr id="5" name="Text 3"/>
          <p:cNvSpPr/>
          <p:nvPr/>
        </p:nvSpPr>
        <p:spPr>
          <a:xfrm>
            <a:off x="4495648" y="12344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sensors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44488" y="12344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on EC2 · 5 metrics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95848" y="1892808"/>
            <a:ext cx="0" cy="219456"/>
          </a:xfrm>
          <a:prstGeom prst="line">
            <a:avLst/>
          </a:prstGeom>
          <a:noFill/>
          <a:ln w="2540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92728" y="211226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1F4"/>
          </a:solidFill>
          <a:ln w="17780">
            <a:solidFill>
              <a:srgbClr val="7488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93896" y="2359152"/>
            <a:ext cx="164592" cy="164592"/>
          </a:xfrm>
          <a:prstGeom prst="ellipse">
            <a:avLst/>
          </a:prstGeom>
          <a:solidFill>
            <a:srgbClr val="74889A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48" y="21122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gateway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44488" y="21122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thresholds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95848" y="2770632"/>
            <a:ext cx="0" cy="219456"/>
          </a:xfrm>
          <a:prstGeom prst="line">
            <a:avLst/>
          </a:prstGeom>
          <a:noFill/>
          <a:ln w="2540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92728" y="29900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1F4"/>
          </a:solidFill>
          <a:ln w="17780">
            <a:solidFill>
              <a:srgbClr val="3341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93896" y="3236976"/>
            <a:ext cx="164592" cy="164592"/>
          </a:xfrm>
          <a:prstGeom prst="ellipse">
            <a:avLst/>
          </a:prstGeom>
          <a:solidFill>
            <a:srgbClr val="33414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5648" y="29900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44488" y="29900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≤10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95848" y="3648456"/>
            <a:ext cx="0" cy="219456"/>
          </a:xfrm>
          <a:prstGeom prst="line">
            <a:avLst/>
          </a:prstGeom>
          <a:noFill/>
          <a:ln w="2540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92728" y="386791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1F4"/>
          </a:solidFill>
          <a:ln w="17780">
            <a:solidFill>
              <a:srgbClr val="3341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93896" y="4114800"/>
            <a:ext cx="164592" cy="164592"/>
          </a:xfrm>
          <a:prstGeom prst="ellipse">
            <a:avLst/>
          </a:prstGeom>
          <a:solidFill>
            <a:srgbClr val="33414F"/>
          </a:solidFill>
          <a:ln/>
        </p:spPr>
      </p:sp>
      <p:sp>
        <p:nvSpPr>
          <p:cNvPr id="20" name="Text 18"/>
          <p:cNvSpPr/>
          <p:nvPr/>
        </p:nvSpPr>
        <p:spPr>
          <a:xfrm>
            <a:off x="4495648" y="38679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44488" y="38679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 ingest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95848" y="4526280"/>
            <a:ext cx="0" cy="219456"/>
          </a:xfrm>
          <a:prstGeom prst="line">
            <a:avLst/>
          </a:prstGeom>
          <a:noFill/>
          <a:ln w="2540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92728" y="474573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1F4"/>
          </a:solidFill>
          <a:ln w="17780">
            <a:solidFill>
              <a:srgbClr val="3341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93896" y="4992624"/>
            <a:ext cx="164592" cy="164592"/>
          </a:xfrm>
          <a:prstGeom prst="ellipse">
            <a:avLst/>
          </a:prstGeom>
          <a:solidFill>
            <a:srgbClr val="33414F"/>
          </a:solidFill>
          <a:ln/>
        </p:spPr>
      </p:sp>
      <p:sp>
        <p:nvSpPr>
          <p:cNvPr id="25" name="Text 23"/>
          <p:cNvSpPr/>
          <p:nvPr/>
        </p:nvSpPr>
        <p:spPr>
          <a:xfrm>
            <a:off x="4495648" y="47457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44488" y="47457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aggregates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5848" y="5404104"/>
            <a:ext cx="0" cy="219456"/>
          </a:xfrm>
          <a:prstGeom prst="line">
            <a:avLst/>
          </a:prstGeom>
          <a:noFill/>
          <a:ln w="2540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92728" y="56235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EF1F4"/>
          </a:solidFill>
          <a:ln w="17780">
            <a:solidFill>
              <a:srgbClr val="4C65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93896" y="5870448"/>
            <a:ext cx="164592" cy="164592"/>
          </a:xfrm>
          <a:prstGeom prst="ellipse">
            <a:avLst/>
          </a:prstGeom>
          <a:solidFill>
            <a:srgbClr val="4C6579"/>
          </a:solidFill>
          <a:ln/>
        </p:spPr>
      </p:sp>
      <p:sp>
        <p:nvSpPr>
          <p:cNvPr id="30" name="Text 28"/>
          <p:cNvSpPr/>
          <p:nvPr/>
        </p:nvSpPr>
        <p:spPr>
          <a:xfrm>
            <a:off x="4495648" y="56235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44488" y="5623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38248" y="1234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74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38248" y="2990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56168" y="27432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compact window aggregates cross to the cloud; raw samples never leave the edge, and alerts fire beside the robots.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wrf-frontend-789399341650.s3.us-east-1.amazonaws.com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EF1F4"/>
          </a:solidFill>
          <a:ln w="15240">
            <a:solidFill>
              <a:srgbClr val="4C65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03704"/>
            <a:ext cx="621792" cy="621792"/>
          </a:xfrm>
          <a:prstGeom prst="ellipse">
            <a:avLst/>
          </a:prstGeom>
          <a:solidFill>
            <a:srgbClr val="33414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037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02996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robots across two zones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450592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position, task load, motor and temperature for every robot, fifty live signals updating on the fleet board.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5303520" cy="2606040"/>
          </a:xfrm>
          <a:prstGeom prst="roundRect">
            <a:avLst>
              <a:gd name="adj" fmla="val 3509"/>
            </a:avLst>
          </a:prstGeom>
          <a:solidFill>
            <a:srgbClr val="EEF1F4"/>
          </a:solidFill>
          <a:ln w="15240">
            <a:solidFill>
              <a:srgbClr val="4C65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75888"/>
            <a:ext cx="603504" cy="603504"/>
          </a:xfrm>
          <a:prstGeom prst="ellipse">
            <a:avLst/>
          </a:prstGeom>
          <a:solidFill>
            <a:srgbClr val="3341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75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42569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degradation, visible early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1846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telemetry shows the slow decline a periodic check misses, and an alert raises when a robot crosses its threshold.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401568"/>
            <a:ext cx="5303520" cy="2606040"/>
          </a:xfrm>
          <a:prstGeom prst="roundRect">
            <a:avLst>
              <a:gd name="adj" fmla="val 3509"/>
            </a:avLst>
          </a:prstGeom>
          <a:solidFill>
            <a:srgbClr val="EEF1F4"/>
          </a:solidFill>
          <a:ln w="15240">
            <a:solidFill>
              <a:srgbClr val="4C65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675888"/>
            <a:ext cx="603504" cy="603504"/>
          </a:xfrm>
          <a:prstGeom prst="ellipse">
            <a:avLst/>
          </a:prstGeom>
          <a:solidFill>
            <a:srgbClr val="3341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675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442569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by one command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51846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behind this board came from a single Terraform apply — twenty-four resources, nothing clicked by hand.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026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Hardest Part — the bug only real AWS could expose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EEF1F4"/>
          </a:solidFill>
          <a:ln w="19050">
            <a:solidFill>
              <a:srgbClr val="EC7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7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AWS-facing components always built static test credentials for the local emulator, and the fog publisher always applied its endpoint override — even on real AWS. Every one of the 116 tests passed and the full stack ran cleanly on the emulator, but on real AWS the Lambdas would override their execution-role credentials and be rejected, and the fog node would crash at startup on a missing endpoint.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1112" y="187452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EEF1F4"/>
          </a:solidFill>
          <a:ln w="19050">
            <a:solidFill>
              <a:srgbClr val="4C65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65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31152" y="265176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the endpoint setting itself: present means emulator credentials, absent means the real AWS role — exactly as one class already did correctly. Deployed with this fix, every health check came up green on the first attempt. One of four defects a pre-deployment audit caught, none visible to a green 116-test suite.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0" y="3703320"/>
            <a:ext cx="841248" cy="512064"/>
          </a:xfrm>
          <a:prstGeom prst="rightArrow">
            <a:avLst/>
          </a:prstGeom>
          <a:solidFill>
            <a:srgbClr val="3341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2026-07-24T07:37:25Z</dcterms:created>
  <dcterms:modified xsi:type="dcterms:W3CDTF">2026-07-24T07:37:25Z</dcterms:modified>
</cp:coreProperties>
</file>