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Warehouse Robotics Fleet Monitoring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Goutham Uppu   ·   X25167936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2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robots ferry totes across two zones, and their condition changes faster than any inspection round — battery degradation shows in continuous telemetry long before outright failure.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C34"/>
          </a:solidFill>
          <a:ln w="12700">
            <a:solidFill>
              <a:srgbClr val="EC7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live signals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C34"/>
          </a:solidFill>
          <a:ln w="12700">
            <a:solidFill>
              <a:srgbClr val="EC7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robots · 2 zones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C34"/>
          </a:solidFill>
          <a:ln w="12700">
            <a:solidFill>
              <a:srgbClr val="EC7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thresholds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 Built — Robot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1F4"/>
          </a:solidFill>
          <a:ln w="19050">
            <a:solidFill>
              <a:srgbClr val="7488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7488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on EC2 · 5 metrics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7488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thresholds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33414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1F4"/>
          </a:solidFill>
          <a:ln w="19050">
            <a:solidFill>
              <a:srgbClr val="3341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341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 ≤10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341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341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aggregates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C657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compact window aggregates cross to the cloud; raw samples never leave the edge, and alerts fire beside the robots.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C65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wrf-frontend-789399341650.s3.us-east-1.amazonaws.com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1F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0" cy="1051560"/>
          </a:xfrm>
          <a:prstGeom prst="line">
            <a:avLst/>
          </a:prstGeom>
          <a:noFill/>
          <a:ln w="25400">
            <a:solidFill>
              <a:srgbClr val="4C65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57400" y="187452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robots across two zones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57400" y="231343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Battery, position, task load, motor and temperature for every robot, fifty live signals updating on the fleet board.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1F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1828800" y="3383280"/>
            <a:ext cx="0" cy="1051560"/>
          </a:xfrm>
          <a:prstGeom prst="line">
            <a:avLst/>
          </a:prstGeom>
          <a:noFill/>
          <a:ln w="25400">
            <a:solidFill>
              <a:srgbClr val="4C65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33375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degradation, visible early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057400" y="377647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battery telemetry shows the slow decline a periodic check misses, and an alert raises when a robot crosses its threshold.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6634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1F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1828800" y="4846320"/>
            <a:ext cx="0" cy="1051560"/>
          </a:xfrm>
          <a:prstGeom prst="line">
            <a:avLst/>
          </a:prstGeom>
          <a:noFill/>
          <a:ln w="25400">
            <a:solidFill>
              <a:srgbClr val="4C657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4800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by one command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57400" y="523951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resource behind this board came from a single Terraform apply — twenty-four resources, nothing clicked by hand.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0262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Hardest Part — the bug only real AWS could expose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C7A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3200400" y="1920240"/>
            <a:ext cx="0" cy="1783080"/>
          </a:xfrm>
          <a:prstGeom prst="line">
            <a:avLst/>
          </a:prstGeom>
          <a:noFill/>
          <a:ln w="31750">
            <a:solidFill>
              <a:srgbClr val="EC7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0" y="192024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AWS-facing components always built static test credentials for the local emulator, and the fog publisher always applied its endpoint override — even on real AWS. Every one of the 116 tests passed and the full stack ran cleanly on the emulator, but on real AWS the Lambdas would override their execution-role credentials and be rejected, and the fog node would crash at startup on a missing endpoint.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C65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Solution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3200400" y="4069080"/>
            <a:ext cx="0" cy="1783080"/>
          </a:xfrm>
          <a:prstGeom prst="line">
            <a:avLst/>
          </a:prstGeom>
          <a:noFill/>
          <a:ln w="31750">
            <a:solidFill>
              <a:srgbClr val="4C657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406908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the endpoint setting itself: present means emulator credentials, absent means the real AWS role — exactly as one class already did correctly. Deployed with this fix, every health check came up green on the first attempt. One of four defects a pre-deployment audit caught, none visible to a green 116-test suite.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2026-07-24T07:05:02Z</dcterms:created>
  <dcterms:modified xsi:type="dcterms:W3CDTF">2026-07-24T07:05:02Z</dcterms:modified>
</cp:coreProperties>
</file>