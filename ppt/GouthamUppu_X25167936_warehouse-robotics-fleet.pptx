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645920"/>
            <a:ext cx="10362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Warehouse Robotics Fleet Monitoring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333756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Goutham Uppu   ·   X25167936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ferry totes across two zones, and their condition changes faster than any inspection round — battery degradation shows in continuous telemetry long before outright failure.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1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83080" y="905256"/>
            <a:ext cx="9494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 Built — Robot to Cloud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914400" y="2971800"/>
            <a:ext cx="1346149" cy="1965960"/>
          </a:xfrm>
          <a:prstGeom prst="roundRect">
            <a:avLst/>
          </a:prstGeom>
          <a:solidFill>
            <a:srgbClr val="FF8A1E"/>
          </a:solidFill>
          <a:ln w="12700">
            <a:solidFill>
              <a:srgbClr val="FF8A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3154680"/>
            <a:ext cx="105354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0704" y="3593592"/>
            <a:ext cx="10535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Robot sensors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60704" y="4453128"/>
            <a:ext cx="10535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on EC2 · 5 metrics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3370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2717749" y="2971800"/>
            <a:ext cx="1346149" cy="1965960"/>
          </a:xfrm>
          <a:prstGeom prst="roundRect">
            <a:avLst/>
          </a:prstGeom>
          <a:solidFill>
            <a:srgbClr val="FF8A1E"/>
          </a:solidFill>
          <a:ln w="12700">
            <a:solidFill>
              <a:srgbClr val="FF8A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64053" y="3154680"/>
            <a:ext cx="105354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864053" y="3593592"/>
            <a:ext cx="10535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Fog gateway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64053" y="4453128"/>
            <a:ext cx="10535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thresholds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3705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7" name="Shape 15"/>
          <p:cNvSpPr/>
          <p:nvPr/>
        </p:nvSpPr>
        <p:spPr>
          <a:xfrm>
            <a:off x="4521098" y="2971800"/>
            <a:ext cx="1346149" cy="196596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7402" y="3154680"/>
            <a:ext cx="105354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7402" y="3593592"/>
            <a:ext cx="10535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7402" y="4453128"/>
            <a:ext cx="10535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≤10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2" name="Shape 20"/>
          <p:cNvSpPr/>
          <p:nvPr/>
        </p:nvSpPr>
        <p:spPr>
          <a:xfrm>
            <a:off x="6324448" y="2971800"/>
            <a:ext cx="1346149" cy="196596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0752" y="3154680"/>
            <a:ext cx="105354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70752" y="3593592"/>
            <a:ext cx="10535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0752" y="4453128"/>
            <a:ext cx="10535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4374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7797" y="2971800"/>
            <a:ext cx="1346149" cy="196596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4101" y="3154680"/>
            <a:ext cx="105354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74101" y="3593592"/>
            <a:ext cx="10535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74101" y="4453128"/>
            <a:ext cx="10535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aggregates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54709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9931146" y="2971800"/>
            <a:ext cx="1346149" cy="196596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77450" y="3154680"/>
            <a:ext cx="105354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077450" y="3593592"/>
            <a:ext cx="10535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77450" y="4453128"/>
            <a:ext cx="10535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1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83080" y="905256"/>
            <a:ext cx="9494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14400" y="1901952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wrf-frontend-789399341650.s3.us-east-1.amazonaws.com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2514600"/>
            <a:ext cx="3210458" cy="356616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8A1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207008" y="3566160"/>
            <a:ext cx="2661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Ten robots across two zones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207008" y="4434840"/>
            <a:ext cx="2661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Battery, position, task load, motor and temperature for every robot, fifty live signals updating on the fleet board.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90618" y="2514600"/>
            <a:ext cx="3210458" cy="356616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6493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8A1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783226" y="3566160"/>
            <a:ext cx="2661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Battery degradation, visible early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83226" y="4434840"/>
            <a:ext cx="2661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battery telemetry shows the slow decline a periodic check misses, and an alert raises when a robot crosses its threshold.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6837" y="2514600"/>
            <a:ext cx="3210458" cy="356616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115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8A1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359445" y="3566160"/>
            <a:ext cx="2661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Provisioned by one command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359445" y="4434840"/>
            <a:ext cx="2661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resource behind this board came from a single Terraform apply — twenty-four resources, nothing clicked by hand.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34495" y="548640"/>
            <a:ext cx="0" cy="5760720"/>
          </a:xfrm>
          <a:prstGeom prst="line">
            <a:avLst/>
          </a:prstGeom>
          <a:noFill/>
          <a:ln w="31750">
            <a:solidFill>
              <a:srgbClr val="FF8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1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83080" y="905256"/>
            <a:ext cx="9494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6EDF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catching a battery before it dies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914400" y="2423160"/>
            <a:ext cx="4952848" cy="365760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697480"/>
            <a:ext cx="431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234440" y="3081528"/>
            <a:ext cx="4312768" cy="0"/>
          </a:xfrm>
          <a:prstGeom prst="line">
            <a:avLst/>
          </a:prstGeom>
          <a:noFill/>
          <a:ln w="19050">
            <a:solidFill>
              <a:srgbClr val="FF4D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3246120"/>
            <a:ext cx="43127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that fails mid-shift halts a whole zone, and the failure that matters — a degrading battery — never announces itself with a single bad reading. It shows only as a trend across many windows, which a threshold on any one reading will miss until it is already too late.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24448" y="2423160"/>
            <a:ext cx="4952848" cy="3657600"/>
          </a:xfrm>
          <a:prstGeom prst="roundRect">
            <a:avLst/>
          </a:prstGeom>
          <a:solidFill>
            <a:srgbClr val="12151B"/>
          </a:solidFill>
          <a:ln w="12700">
            <a:solidFill>
              <a:srgbClr val="2629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4488" y="2697480"/>
            <a:ext cx="431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D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4488" y="3081528"/>
            <a:ext cx="4312768" cy="0"/>
          </a:xfrm>
          <a:prstGeom prst="line">
            <a:avLst/>
          </a:prstGeom>
          <a:noFill/>
          <a:ln w="19050">
            <a:solidFill>
              <a:srgbClr val="3DDC8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3246120"/>
            <a:ext cx="431276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telemetry gets particular attention in the fog rule set: rather than alarming on an instantaneous value, the gateway watches the aggregated window so a degradation trend surfaces well before an outright failure, in the spirit of predictive IIoT battery monitoring for autonomous-robot fleets. The same rule logic runs behind both the local server and the real gateway through one shared entry point.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2026-07-24T09:15:27Z</dcterms:created>
  <dcterms:modified xsi:type="dcterms:W3CDTF">2026-07-24T09:15:27Z</dcterms:modified>
</cp:coreProperties>
</file>