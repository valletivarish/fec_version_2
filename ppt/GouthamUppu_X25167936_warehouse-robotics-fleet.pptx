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33414F"/>
          </a:solidFill>
          <a:ln/>
        </p:spPr>
      </p:sp>
      <p:sp>
        <p:nvSpPr>
          <p:cNvPr id="3" name="Text 1"/>
          <p:cNvSpPr/>
          <p:nvPr/>
        </p:nvSpPr>
        <p:spPr>
          <a:xfrm>
            <a:off x="7939735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Warehouse Robotics Fleet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958023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Goutham Uppu   ·   X25167936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ferry totes across two zones, and their condition changes faster than any inspection round — battery degradation shows in continuous telemetry long before outright failure.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live signals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robots · 2 zones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thresholds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Robot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on EC2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3341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3341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3341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aggregates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4C657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4C6579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aggregates cross to the cloud; raw samples never leave the edge, and alerts fire beside the robots.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65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wrf-frontend-789399341650.s3.us-east-1.amazonaws.com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1F4"/>
          </a:solidFill>
          <a:ln w="15240">
            <a:solidFill>
              <a:srgbClr val="4C65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across two zones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position, task load, motor and temperature for every robot, fifty live signals updating on the fleet board.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1F4"/>
          </a:solidFill>
          <a:ln w="15240">
            <a:solidFill>
              <a:srgbClr val="4C65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degradation, visible early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battery telemetry shows the slow decline a periodic check misses, and an alert raises when a robot crosses its threshold.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1F4"/>
          </a:solidFill>
          <a:ln w="15240">
            <a:solidFill>
              <a:srgbClr val="4C65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by one command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behind this board came from a single Terraform apply — twenty-four resources, nothing clicked by hand.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the bug only real AWS could expose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1F4"/>
          </a:solidFill>
          <a:ln w="19050">
            <a:solidFill>
              <a:srgbClr val="EC7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7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AWS-facing components always built static test credentials for the local emulator, and the fog publisher always applied its endpoint override — even on real AWS. Every one of the 116 tests passed and the full stack ran cleanly on the emulator, but on real AWS the Lambdas would override their execution-role credentials and be rejected, and the fog node would crash at startup on a missing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1F4"/>
          </a:solidFill>
          <a:ln w="19050">
            <a:solidFill>
              <a:srgbClr val="4C65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65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endpoint setting itself: present means emulator credentials, absent means the real AWS role — exactly as one class already did correctly. Deployed with this fix, every health check came up green on the first attempt. One of four defects a pre-deployment audit caught, none visible to a green 116-test suite.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341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