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10642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Transit Fleet Monitoring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58368" y="2971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5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Sumalatha Kambhampati   ·   X25156420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361188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bus's condition changes minute by minute on the road, but a depot inspection only sees it once it is parked — an overheating engine is hours old by the evening walk-around.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5836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 w="12700">
            <a:solidFill>
              <a:srgbClr val="5E80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&gt; 105 °C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 w="12700">
            <a:solidFill>
              <a:srgbClr val="5E80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Brake wear &gt; 80%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 w="12700">
            <a:solidFill>
              <a:srgbClr val="5E80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Overcrowd peak &gt; 75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Sensor to Serverless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2F8"/>
          </a:solidFill>
          <a:ln w="19050">
            <a:solidFill>
              <a:srgbClr val="5E80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0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depots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0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· drain · alarm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1E3A6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2F8"/>
          </a:solidFill>
          <a:ln w="19050">
            <a:solidFill>
              <a:srgbClr val="1E3A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E5A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arriving reading is a single lock-free enqueue; all grouping is deferred to one thread that drains the whole queue once per window.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5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public-transit-fleet-monitor.s3.us-east-1.amazonaws.com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2F8"/>
          </a:solidFill>
          <a:ln w="15240">
            <a:solidFill>
              <a:srgbClr val="2E5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roster of meter cards per depot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temperature, brake-pad wear, passenger count, fuel level and GPS speed live for every bus, with native meter bars.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2F8"/>
          </a:solidFill>
          <a:ln w="15240">
            <a:solidFill>
              <a:srgbClr val="2E5A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75888"/>
            <a:ext cx="603504" cy="603504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engine-overheat alarm on depot-a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Depot-a is firing an engine-overheat alarm right now while depot-b stays clear, each raised on its own window.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2F8"/>
          </a:solidFill>
          <a:ln w="15240">
            <a:solidFill>
              <a:srgbClr val="2E5A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3675888"/>
            <a:ext cx="603504" cy="603504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9224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Per-depot trend charts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Depot-a in orange and depot-b in green, so a climbing engine temperature is visible on the trend before it alarms.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buffer first, group later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2F8"/>
          </a:solidFill>
          <a:ln w="19050">
            <a:solidFill>
              <a:srgbClr val="FF6A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sensor streams post to one fog gateway on many worker threads at once, and every reading must survive being held until the window drain. A reading lost to a race does not crash anything — it just makes the fleet averages silently wrong. And locking every insert fixes the race only by making the senders queue behind each other.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2F8"/>
          </a:solidFill>
          <a:ln w="19050">
            <a:solidFill>
              <a:srgbClr val="2E5A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A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first, group later: each arriving reading is a single lock-free enqueue onto a concurrent queue, nothing more, and all grouping by depot and signal is deferred to one thread that drains the whole queue once per window. Ingest stays contention-free. A stress test fires 32 threads writing 200 readings each, and after the drain all 6,400 are accounted for, zero lost.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2026-07-24T07:37:26Z</dcterms:created>
  <dcterms:modified xsi:type="dcterms:W3CDTF">2026-07-24T07:37:26Z</dcterms:modified>
</cp:coreProperties>
</file>