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Transit Fleet Monitoring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Sumalatha Kambhampati   ·   X25156420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2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bus's condition changes minute by minute on the road, but a depot inspection only sees it once it is parked — an overheating engine is hours old by the evening walk-around.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A2C48"/>
          </a:solidFill>
          <a:ln w="12700">
            <a:solidFill>
              <a:srgbClr val="FF6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&gt; 105 °C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A2C48"/>
          </a:solidFill>
          <a:ln w="12700">
            <a:solidFill>
              <a:srgbClr val="FF6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wear &gt; 80%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A2C48"/>
          </a:solidFill>
          <a:ln w="12700">
            <a:solidFill>
              <a:srgbClr val="FF6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 peak &gt; 75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— Sensor to Serverless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EEF2F8"/>
          </a:solidFill>
          <a:ln w="19050">
            <a:solidFill>
              <a:srgbClr val="5E8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E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5E8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32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sensors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depots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5E8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66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· drain · alarm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3246120"/>
            <a:ext cx="502920" cy="0"/>
          </a:xfrm>
          <a:prstGeom prst="line">
            <a:avLst/>
          </a:prstGeom>
          <a:noFill/>
          <a:ln w="31750">
            <a:solidFill>
              <a:srgbClr val="1E3A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554480"/>
            <a:ext cx="6949440" cy="3383280"/>
          </a:xfrm>
          <a:prstGeom prst="roundRect">
            <a:avLst>
              <a:gd name="adj" fmla="val 2703"/>
            </a:avLst>
          </a:prstGeom>
          <a:solidFill>
            <a:srgbClr val="EEF2F8"/>
          </a:solidFill>
          <a:ln w="1905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(serverless)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18504" y="3337560"/>
            <a:ext cx="164592" cy="0"/>
          </a:xfrm>
          <a:prstGeom prst="line">
            <a:avLst/>
          </a:prstGeom>
          <a:noFill/>
          <a:ln w="20320">
            <a:solidFill>
              <a:srgbClr val="5E80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ingest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64424" y="3337560"/>
            <a:ext cx="164592" cy="0"/>
          </a:xfrm>
          <a:prstGeom prst="line">
            <a:avLst/>
          </a:prstGeom>
          <a:noFill/>
          <a:ln w="20320">
            <a:solidFill>
              <a:srgbClr val="5E80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1987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10344" y="3337560"/>
            <a:ext cx="164592" cy="0"/>
          </a:xfrm>
          <a:prstGeom prst="line">
            <a:avLst/>
          </a:prstGeom>
          <a:noFill/>
          <a:ln w="20320">
            <a:solidFill>
              <a:srgbClr val="5E80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8408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2E5A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6579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arriving reading is a single lock-free enqueue; all grouping is deferred to one thread that drains the whole queue once per window.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5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public-transit-fleet-monitor.s3.us-east-1.amazonaws.com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0" cy="1051560"/>
          </a:xfrm>
          <a:prstGeom prst="line">
            <a:avLst/>
          </a:prstGeom>
          <a:noFill/>
          <a:ln w="25400">
            <a:solidFill>
              <a:srgbClr val="2E5A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874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roster of meter cards per depot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231343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temperature, brake-pad wear, passenger count, fuel level and GPS speed live for every bus, with native meter bars.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828800" y="3383280"/>
            <a:ext cx="0" cy="1051560"/>
          </a:xfrm>
          <a:prstGeom prst="line">
            <a:avLst/>
          </a:prstGeom>
          <a:noFill/>
          <a:ln w="25400">
            <a:solidFill>
              <a:srgbClr val="2E5A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engine-overheat alarm on depot-a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377647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Depot-a is firing an engine-overheat alarm right now while depot-b stays clear, each raised on its own window.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828800" y="4846320"/>
            <a:ext cx="0" cy="1051560"/>
          </a:xfrm>
          <a:prstGeom prst="line">
            <a:avLst/>
          </a:prstGeom>
          <a:noFill/>
          <a:ln w="25400">
            <a:solidFill>
              <a:srgbClr val="2E5A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48006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Per-depot trend charts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523951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Depot-a in orange and depot-b in green, so a climbing engine temperature is visible on the trend before it alarms.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Part — buffer first, group later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0" cy="1783080"/>
          </a:xfrm>
          <a:prstGeom prst="line">
            <a:avLst/>
          </a:prstGeom>
          <a:noFill/>
          <a:ln w="31750">
            <a:solidFill>
              <a:srgbClr val="FF6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92024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sensor streams post to one fog gateway on many worker threads at once, and every reading must survive being held until the window drain. A reading lost to a race does not crash anything — it just makes the fleet averages silently wrong. And locking every insert fixes the race only by making the senders queue behind each other.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3200400" y="4069080"/>
            <a:ext cx="0" cy="1783080"/>
          </a:xfrm>
          <a:prstGeom prst="line">
            <a:avLst/>
          </a:prstGeom>
          <a:noFill/>
          <a:ln w="31750">
            <a:solidFill>
              <a:srgbClr val="2E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406908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first, group later: each arriving reading is a single lock-free enqueue onto a concurrent queue, nothing more, and all grouping by depot and signal is deferred to one thread that drains the whole queue once per window. Ingest stays contention-free. A stress test fires 32 threads writing 200 readings each, and after the drain all 6,400 are accounted for, zero lost.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2026-07-24T07:05:03Z</dcterms:created>
  <dcterms:modified xsi:type="dcterms:W3CDTF">2026-07-24T07:05:03Z</dcterms:modified>
</cp:coreProperties>
</file>