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Transit Fleet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Sumalatha Kambhampati   ·   X25156420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bus's condition changes minute by minute on the road, but a depot inspection only sees it once it is parked — an overheating engine is hours old by the evening walk-around.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&gt; 105 °C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 wear &gt; 80%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A2C48"/>
          </a:solidFill>
          <a:ln w="12700">
            <a:solidFill>
              <a:srgbClr val="FF6A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Overcrowd peak &gt; 75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Sensor to Serverless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 w="19050">
            <a:solidFill>
              <a:srgbClr val="5E80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2670048"/>
            <a:ext cx="201168" cy="201168"/>
          </a:xfrm>
          <a:prstGeom prst="ellipse">
            <a:avLst/>
          </a:prstGeom>
          <a:solidFill>
            <a:srgbClr val="5E80B8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179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depots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 w="19050">
            <a:solidFill>
              <a:srgbClr val="5E8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93633" y="2670048"/>
            <a:ext cx="201168" cy="201168"/>
          </a:xfrm>
          <a:prstGeom prst="ellipse">
            <a:avLst/>
          </a:prstGeom>
          <a:solidFill>
            <a:srgbClr val="5E80B8"/>
          </a:solidFill>
          <a:ln/>
        </p:spPr>
      </p:sp>
      <p:sp>
        <p:nvSpPr>
          <p:cNvPr id="10" name="Text 8"/>
          <p:cNvSpPr/>
          <p:nvPr/>
        </p:nvSpPr>
        <p:spPr>
          <a:xfrm>
            <a:off x="2462113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489545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· drain · alarm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 w="19050">
            <a:solidFill>
              <a:srgbClr val="1E3A6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61387" y="2670048"/>
            <a:ext cx="201168" cy="201168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15" name="Text 13"/>
          <p:cNvSpPr/>
          <p:nvPr/>
        </p:nvSpPr>
        <p:spPr>
          <a:xfrm>
            <a:off x="432986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5729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 w="19050">
            <a:solidFill>
              <a:srgbClr val="1E3A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29140" y="2670048"/>
            <a:ext cx="201168" cy="201168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20" name="Text 18"/>
          <p:cNvSpPr/>
          <p:nvPr/>
        </p:nvSpPr>
        <p:spPr>
          <a:xfrm>
            <a:off x="6197620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25052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 w="19050">
            <a:solidFill>
              <a:srgbClr val="1E3A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96894" y="2670048"/>
            <a:ext cx="201168" cy="201168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25" name="Text 23"/>
          <p:cNvSpPr/>
          <p:nvPr/>
        </p:nvSpPr>
        <p:spPr>
          <a:xfrm>
            <a:off x="8065374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092806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5E80B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8"/>
          </a:solidFill>
          <a:ln w="19050">
            <a:solidFill>
              <a:srgbClr val="2E5A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4647" y="2670048"/>
            <a:ext cx="201168" cy="201168"/>
          </a:xfrm>
          <a:prstGeom prst="ellipse">
            <a:avLst/>
          </a:prstGeom>
          <a:solidFill>
            <a:srgbClr val="2E5AA0"/>
          </a:solidFill>
          <a:ln/>
        </p:spPr>
      </p:sp>
      <p:sp>
        <p:nvSpPr>
          <p:cNvPr id="30" name="Text 28"/>
          <p:cNvSpPr/>
          <p:nvPr/>
        </p:nvSpPr>
        <p:spPr>
          <a:xfrm>
            <a:off x="9933127" y="292608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60559" y="331012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12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E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arriving reading is a single lock-free enqueue; all grouping is deferred to one thread that drains the whole queue once per window.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A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public-transit-fleet-monitor.s3.us-east-1.amazonaws.com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health, all green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queue, Lambda and pipeline all green on the live deployment.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depots,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roster of native-meter cards per depot; depot-a raises an engine-overheat alarm while depot-b stays clear.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1E3A6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and scales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automated tests pass across sensor, fog, processor and dashboard; a 2,000-message burst from 32 senders absorbed and drained.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E8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buffer first, group later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E3152"/>
          </a:solidFill>
          <a:ln w="15875">
            <a:solidFill>
              <a:srgbClr val="FF6A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6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sensor streams post to one fog gateway on many worker threads at once, and every reading must survive being held until the window drain. A reading lost to a race does not crash anything — it just makes the fleet averages silently wrong. And locking every insert fixes the race only by making the senders queue behind each other.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E3152"/>
          </a:solidFill>
          <a:ln w="15875">
            <a:solidFill>
              <a:srgbClr val="5E80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E80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2DE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first, group later: each arriving reading is a single lock-free enqueue onto a concurrent queue, nothing more, and all grouping by depot and signal is deferred to one thread that drains the whole queue once per window. Ingest stays contention-free. A stress test fires 32 threads writing 200 readings each, and after the drain all 6,400 are accounted for, zero lost.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2026-07-24T06:34:26Z</dcterms:created>
  <dcterms:modified xsi:type="dcterms:W3CDTF">2026-07-24T06:34:26Z</dcterms:modified>
</cp:coreProperties>
</file>