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B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8E66"/>
                </a:solidFill>
                <a:latin typeface="Franklin Gothic Medium"/>
              </a:rPr>
              <a:t>Public Transit Fleet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7CFCB"/>
                </a:solidFill>
                <a:latin typeface="Georgia"/>
              </a:rPr>
              <a:t>Buffer first, group later: a lock-free edge intake for a two-depot bus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E6EBE8"/>
                </a:solidFill>
                <a:latin typeface="Georgia"/>
              </a:rPr>
              <a:t>Sumalatha Kambhampati</a:t>
            </a:r>
          </a:p>
          <a:p>
            <a:pPr algn="ctr"/>
            <a:r>
              <a:rPr sz="1300" b="0" i="0">
                <a:solidFill>
                  <a:srgbClr val="98A3A0"/>
                </a:solidFill>
                <a:latin typeface="Georgia"/>
              </a:rPr>
              <a:t>Student ID X25156420</a:t>
            </a:r>
          </a:p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98A3A0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32A26"/>
                </a:solidFill>
                <a:latin typeface="Franklin Gothic Medium"/>
              </a:rPr>
              <a:t>Two depots, ten streams, one busy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bus's condition changes minute by minute on the road, but a depot inspection only sees it once it is parked.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Faults build mid-route: an overheating engine or a worn brake pad is hours old by the evening walk-around, and overcrowding or low fuel needs a response now.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depots, five signals each, ten live streams: engine temperature, brake-pad wear, passenger count, fuel level, GPS speed.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Four hard fault rules run continuously on window summaries: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Engine overheat: average temperature above 105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Brake service: average wear above 80%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Low fuel: average level below 15%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Overcrowding: peak passenger count above 75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GPS speed is carried as context and raises no alarm.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Franklin Gothic Medium"/>
              </a:rPr>
              <a:t>From sensor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Raw readings stay at the edge. The fog node windows and aggregates ten streams, so only one compact summary per window crosses into the cloud.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Sensors: 10 processes across 2 depots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Fog node: buffer, drain, aggregate, raise fault alarms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Fault alarms are decided at the edge, in the window they appear, not after a trip to a distant region.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Provisioned to a real AWS account in one infrastructure-as-code step: 24 resources, no manual clicking.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Franklin Gothic Medium"/>
              </a:rP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live dashboard reading from the running stack, a roster of native-meter cards per depot.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Both depots stream all five signals; depot-a raises an engine-overheat alarm while depot-b stays clear.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4 / 4 pipeline checks green: Gateway, Queue, Lambda,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139 automated tests pass across sensor,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2,000-message burst from 32 parallel senders is absorbed and drained.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468" y="1499616"/>
            <a:ext cx="4032504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32A26"/>
                </a:solidFill>
                <a:latin typeface="Franklin Gothic Medium"/>
              </a:rPr>
              <a:t>The hardest part: buffer first, group later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problem: ten sensor streams post to one fog gateway on many worker threads at once, and every reading must survive being held until the window drain.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Why it is hard: a reading lost to a race does not crash anything, it just makes the fleet averages silently wrong. And locking every insert fixes the race only by making the senders queue behind each other.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fix: buffer first, group later.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Each arriving reading is a single lock-free enqueue onto a concurrent queue, nothing more.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All grouping by depot and signal is deferred to one thread that drains the whole queue once per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Ingest stays contention-free, and the grouping work is not avoided, only moved off the hot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Proven, not hoped: a stress test fires 32 threads writing 200 readings each, and after the drain all 6,400 are accounted for, zero lost.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10972800" cy="82296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32A26"/>
                </a:solidFill>
                <a:latin typeface="Franklin Gothic Medium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6304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Choose where to pay for structure: buffering first with a lock-free enqueue and grouping later keeps a concurrent gateway free of contention.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Decide at the edge: raw readings never leave the depot, and the fog node aggregates ten streams and raises four alarms next to the vehicles.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Cloud-ready by design: the same code runs on the local emulator and on real AWS, so deployment is one scripted step.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07008"/>
            <a:ext cx="10881360" cy="45720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355080"/>
            <a:ext cx="2743200" cy="36576"/>
          </a:xfrm>
          <a:prstGeom prst="rect">
            <a:avLst/>
          </a:prstGeom>
          <a:solidFill>
            <a:srgbClr val="FF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