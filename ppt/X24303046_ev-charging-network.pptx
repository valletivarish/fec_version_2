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-91440" y="3108960"/>
            <a:ext cx="6858000" cy="3840480"/>
          </a:xfrm>
          <a:prstGeom prst="rtTriangle">
            <a:avLst/>
          </a:prstGeom>
          <a:solidFill>
            <a:srgbClr val="0F60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66960" y="685800"/>
            <a:ext cx="1097280" cy="10972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60" y="685800"/>
            <a:ext cx="1097280" cy="10972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3600" b="1">
                <a:solidFill>
                  <a:srgbClr val="17924F"/>
                </a:solidFill>
                <a:latin typeface="Corbel"/>
              </a:rPr>
              <a:t>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89611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orbel"/>
              </a:rPr>
              <a:t>EV Charging Network Monitoring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94760"/>
            <a:ext cx="8686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D0E9DB"/>
                </a:solidFill>
                <a:latin typeface="Calibri"/>
              </a:rPr>
              <a:t>Edge and fog decisions, serverless cloud, deployed live on 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709160"/>
            <a:ext cx="8229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Nemi Ishwarlal Vikani</a:t>
            </a:r>
          </a:p>
          <a:p>
            <a:pPr algn="l"/>
            <a:r>
              <a:rPr sz="1300" b="0" i="0">
                <a:solidFill>
                  <a:srgbClr val="D5EBDF"/>
                </a:solidFill>
                <a:latin typeface="Calibri"/>
              </a:rPr>
              <a:t>Student ID X24303046</a:t>
            </a:r>
          </a:p>
          <a:p>
            <a:pPr algn="l"/>
            <a:r>
              <a:rPr sz="1250" b="0" i="0">
                <a:solidFill>
                  <a:srgbClr val="D5EBDF"/>
                </a:solidFill>
                <a:latin typeface="Calibri"/>
              </a:rPr>
              <a:t>MSc in Cloud Computing   ·   Fog and Edge Computing (H9FECC)</a:t>
            </a:r>
          </a:p>
          <a:p>
            <a:pPr algn="l"/>
            <a:r>
              <a:rPr sz="1250" b="0" i="0">
                <a:solidFill>
                  <a:srgbClr val="D5EBDF"/>
                </a:solidFill>
                <a:latin typeface="Calibri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17924F"/>
                </a:solidFill>
                <a:latin typeface="Corbel"/>
              </a:rPr>
              <a:t>Why periodic checks fail at a charging hub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Conditions move in seconds: ten sensors across two charging hubs sample current, battery charge, temperature, grid load and session time every 2 to 5 seconds.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manual round or an hourly poll leaves an overloaded or overheating bay unnoticed for the whole gap between checks.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Streaming every raw reading to the cloud is the wasteful alternative; the decision has to happen close to the hardware.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7924F"/>
                </a:solidFill>
                <a:latin typeface="Calibri"/>
              </a:rPr>
              <a:t>The fog node's four live alert rules: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Average charging current above 32 A flags overcurrent.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Station temperature above 45 C flags overheat risk.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Grid draw above 80 kW flags grid strain.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Session length above 180 min flags a stalled session.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orbel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17924F"/>
                </a:solidFill>
                <a:latin typeface="Corbel"/>
              </a:rPr>
              <a:t>How it works: decide at the edge, scale in the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557784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7924F"/>
                </a:solidFill>
                <a:latin typeface="Calibri"/>
              </a:rPr>
              <a:t>At the edge: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10 sensors across 2 hubs, 5 metrics each, feed a fog node that windows, aggregates and alerts.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Raw readings stay at the edge: the fog node sends one aggregate per sensor per window, so alerts fire next to the hardware.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7924F"/>
                </a:solidFill>
                <a:latin typeface="Calibri"/>
              </a:rPr>
              <a:t>In the cloud, serverless end to end: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Amazon SQS carries each window summary, an AWS Lambda ingests it, Amazon DynamoDB is the durable store, and API Gateway with an S3 static site serves the dashboard.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Calibri"/>
              </a:rPr>
              <a:t>Deployed live on a real AWS account through one infrastructure-as-code apply, not only a local emulator.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orbel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60909"/>
            <a:ext cx="3824935" cy="24677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7924F"/>
                </a:solidFill>
                <a:latin typeface="Corbel"/>
              </a:rPr>
              <a:t>Live on AWS: 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557784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deployed dashboard, served from Amazon S3 and calling the API through Amazon API Gateway.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Four of four pipeline health checks green on the live account, with the freshest reading a few seconds old.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121 automated tests pass across the sensor, fog, processor and dashboard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Stored records climbed from 26 to 289 across the verification window, confirming genuinely live data.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7924F"/>
                </a:solidFill>
                <a:latin typeface="Calibri"/>
              </a:rPr>
              <a:t>Two safety alerts firing live on hub-1: overheat risk and grid strain, both raised at the fog node.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orbel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182823"/>
            <a:ext cx="3824935" cy="322387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400">
                <a:solidFill>
                  <a:srgbClr val="17924F"/>
                </a:solidFill>
                <a:latin typeface="Corbel"/>
              </a:rPr>
              <a:t>Hardest part: one Flask app, two front doors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17924F"/>
                </a:solidFill>
                <a:latin typeface="Calibri"/>
              </a:rPr>
              <a:t>The problem: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The dashboard is a Flask application, but API Gateway invokes a Lambda with a proxy event, not an HTTP request, so the same code had to answer in both worlds.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7924F"/>
                </a:solidFill>
                <a:latin typeface="Calibri"/>
              </a:rPr>
              <a:t>Why it was hard: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Re-declaring every route for Lambda would drift from the local server over time, and a third-party adapter would add a dependency to maintain.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7924F"/>
                </a:solidFill>
                <a:latin typeface="Calibri"/>
              </a:rPr>
              <a:t>How it was solved: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Calibri"/>
              </a:rPr>
              <a:t>A small hand-rolled bridge turns the API Gateway proxy event into a standard Python web-server environment and invokes the existing Flask app unchanged, with a cross-origin header on every response.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7924F"/>
                </a:solidFill>
                <a:latin typeface="Calibri"/>
              </a:rPr>
              <a:t>A pre-deployment audit also confirmed the recurring pitfalls, paginated counting, batched publishing and credential handling, were already correct, so no fix was needed there.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orbel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7924F"/>
                </a:solidFill>
                <a:latin typeface="Corbel"/>
              </a:rPr>
              <a:t>What this project shows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836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Decide at the edge: the fog node turns raw 2-to-5-second readings into one windowed summary and an instant alert, right next to the hardware.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Let the cloud absorb the load: a managed queue and serverless functions scale per request and cost nothing while idle.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17924F"/>
                </a:solidFill>
                <a:latin typeface="Calibri"/>
              </a:rPr>
              <a:t>Trust is tested, not assumed: 121 automated tests and a live end-to-end verification on real AWS stand behind every number on the dashboard.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libri"/>
              </a:rPr>
              <a:t>Thank you. 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11140135" y="0"/>
            <a:ext cx="1051560" cy="6858000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40135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orbel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325880"/>
            <a:ext cx="2926080" cy="36576"/>
          </a:xfrm>
          <a:prstGeom prst="rect">
            <a:avLst/>
          </a:prstGeom>
          <a:solidFill>
            <a:srgbClr val="179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