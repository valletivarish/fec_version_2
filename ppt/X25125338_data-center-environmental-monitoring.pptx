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3A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28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38328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1">
                <a:solidFill>
                  <a:srgbClr val="E1E5E8"/>
                </a:solidFill>
                <a:latin typeface="Calibri"/>
              </a:rPr>
              <a:t>A fog and edge pipeline across two halls and five sensor types, deployed live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783080"/>
            <a:ext cx="704088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Franklin Gothic Medium"/>
              </a:rPr>
              <a:t>Data Center Environmental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434840"/>
            <a:ext cx="6858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Nithin</a:t>
            </a:r>
          </a:p>
          <a:p>
            <a:pPr algn="l"/>
            <a:r>
              <a:rPr sz="1300" b="0" i="0">
                <a:solidFill>
                  <a:srgbClr val="C3CCD1"/>
                </a:solidFill>
                <a:latin typeface="Calibri"/>
              </a:rPr>
              <a:t>Student ID X25125338</a:t>
            </a:r>
          </a:p>
          <a:p>
            <a:pPr algn="l"/>
            <a:r>
              <a:rPr sz="1250" b="0" i="0">
                <a:solidFill>
                  <a:srgbClr val="C3CCD1"/>
                </a:solidFill>
                <a:latin typeface="Calibri"/>
              </a:rPr>
              <a:t>MSc in Cloud Computing   ·   Fog and Edge Computing (H9FECC)</a:t>
            </a:r>
          </a:p>
          <a:p>
            <a:pPr algn="l"/>
            <a:r>
              <a:rPr sz="1250" b="0" i="0">
                <a:solidFill>
                  <a:srgbClr val="C3CCD1"/>
                </a:solidFill>
                <a:latin typeface="Calibri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100">
                <a:solidFill>
                  <a:srgbClr val="FFFFFF"/>
                </a:solidFill>
                <a:latin typeface="Franklin Gothic Medium"/>
              </a:rPr>
              <a:t>Periodic checks find faults after the 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An overheating server, a humidity swing toward condensation, or restricted airflow around a rack can each trigger a hardware failure or a costly unplanned outage.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When a facility relies on fixed inspection rounds, these conditions surface only after they have already occurred.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3A5566"/>
                </a:solidFill>
                <a:latin typeface="Calibri"/>
              </a:rPr>
              <a:t>This project replaces the walk-through with continuous sensing: ten sensors across two server halls, with every aggregation window evaluated against explicit threshold rules the moment it closes, without waiting for the next scheduled round.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3A5566"/>
                </a:solidFill>
                <a:latin typeface="Calibri"/>
              </a:rPr>
              <a:t>Threshold rules evaluated on each closed window: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27 degrees C: the average hall temperature above which an overheat alert must fire.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60 percent: the humidity beyond which condensation puts equipment at risk.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400 CFM: the airflow floor below which rack cooling is insufficient.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100">
                <a:solidFill>
                  <a:srgbClr val="FFFFFF"/>
                </a:solidFill>
                <a:latin typeface="Franklin Gothic Medium"/>
              </a:rPr>
              <a:t>How it works: edge to cloud in one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5760720" cy="493776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Ten sensors across two halls, five metrics each, feed the pipeline.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A fog node windows, aggregates, and raises alerts at the edge.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Window summaries flow through Amazon SQS to an AWS Lambda ingest function, which stores readings in Amazon DynamoDB.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A second AWS Lambda serves the dashboard API behind Amazon API Gateway.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The live dashboard is a static site hosted on Amazon S3.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A5566"/>
                </a:solidFill>
                <a:latin typeface="Calibri"/>
              </a:rPr>
              <a:t>Alerts fire at the edge, so only compact window summaries ever cross into the cloud.</a:t>
            </a:r>
          </a:p>
        </p:txBody>
      </p:sp>
      <p:pic>
        <p:nvPicPr>
          <p:cNvPr id="5" name="Picture 4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360" y="1417320"/>
            <a:ext cx="3608718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Franklin Gothic Medium"/>
              </a:rPr>
              <a:t>Live on AWS: the deployed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5760720" cy="493776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4 of 4 pipeline health checks healthy on the live deployment: gateway, queue, Lambda, and pipeline.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114 automated tests passing across all five modules.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A5566"/>
                </a:solidFill>
                <a:latin typeface="Calibri"/>
              </a:rPr>
              <a:t>300 burst messages sent to the real queue in 5.5 seconds, and every one was confirmed stored in DynamoDB.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48815"/>
            <a:ext cx="5120640" cy="36004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100">
                <a:solidFill>
                  <a:srgbClr val="FFFFFF"/>
                </a:solidFill>
                <a:latin typeface="Franklin Gothic Medium"/>
              </a:rPr>
              <a:t>The hardest part: a fault only real AWS revealed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114 of 114 local tests and the full LocalStack integration run all passed cleanly.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3 files silently replaced real AWS credentials with emulator-only ones on every cloud run.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A5566"/>
                </a:solidFill>
                <a:latin typeface="Calibri"/>
              </a:rPr>
              <a:t>The fault: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Whenever the AWS access-key environment variable existed, the code swapped in hardcoded emulator credentials; real Lambda and EC2 inject that exact variable automatically, so genuine session credentials were thrown away and every DynamoDB and SQS call would have failed authentication.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A5566"/>
                </a:solidFill>
                <a:latin typeface="Calibri"/>
              </a:rPr>
              <a:t>Why it slipped through: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Locally the condition happened to be correct, so all 114 tests and the LocalStack integration run passed; the emulator cannot reproduce the trigger at all, so nothing could fail until the same code ran against the real platform.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A5566"/>
                </a:solidFill>
                <a:latin typeface="Calibri"/>
              </a:rPr>
              <a:t>The fix: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libri"/>
              </a:rPr>
              <a:t>Gate the emulator credentials on a signal unique to local development, the explicit LocalStack endpoint override, applied across all three files each with its own code shape, redeployed, then verified live with an end-to-end DynamoDB write and SQS receive.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libri"/>
              </a:rPr>
              <a:t>The same real-cloud testing also caught a DynamoDB pagination undercount in the item-count endpoint, fixed with two new tests covering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Franklin Gothic Medium"/>
              </a:rPr>
              <a:t>What this project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Fog-side windowing and alerting catches threshold breaches in seconds, so only compact summaries ever cross into the cloud.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The backend is entirely serverless: Amazon SQS, two AWS Lambda functions, DynamoDB, API Gateway, and S3, scaling per request and costing nothing when idle.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3A5566"/>
                </a:solidFill>
                <a:latin typeface="Calibri"/>
              </a:rPr>
              <a:t>Emulator testing alone is not enough: two real defects surfaced only against the live cloud, and both are fixed and verified on the deployed system.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libri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