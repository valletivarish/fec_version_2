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77240"/>
            <a:ext cx="10607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D2E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building manager asks two different things at once — is anything wrong right now, and how efficiently is this floor running overall — and they are not the same question.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097280" y="2377440"/>
            <a:ext cx="9966960" cy="2011680"/>
          </a:xfrm>
          <a:prstGeom prst="roundRect">
            <a:avLst>
              <a:gd name="adj" fmla="val 5455"/>
            </a:avLst>
          </a:prstGeom>
          <a:solidFill>
            <a:srgbClr val="1C3A24"/>
          </a:solidFill>
          <a:ln w="15875">
            <a:solidFill>
              <a:srgbClr val="D9A6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63040" y="2651760"/>
            <a:ext cx="9235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Building Energy Monitoring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481328" y="37033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9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Venkata Sai Mothukuri   ·   X25181238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97280" y="47091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C3A24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47091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load &gt; 55 kW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977640" y="47091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C3A24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77640" y="47091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&gt; 1,000 ppm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0" y="47091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C3A24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0" y="47091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HVAC 18–26 °C band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6355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3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Meter to Scorecard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6A9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6A9A52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floors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6A9A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6A9A52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consumer thread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A–F scorecard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raises hard exception alarms at the edge; the dashboard derives an A-to-F efficiency grade fresh on every read, never stored.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3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smart-building-energy-monitor.s3.us-east-1.amazonaws.com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EF4EC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94560"/>
            <a:ext cx="640080" cy="6400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A-to-F grade badge per floor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floor is graded fresh on read — both floors sit at A right now, at 100 and 91.7, the score beneath the letter separating lean from drifting.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EF4EC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94560"/>
            <a:ext cx="640080" cy="6400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90872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 and rating on separate axes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hard exception alarms fire at the edge, while the A-to-F rating answers a different question: how efficiently the floor runs overall.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EF4EC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94560"/>
            <a:ext cx="640080" cy="6400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67344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energy-consumption trend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67344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energy chart tracks both floors, so the number behind each grade is visible as it moves.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A9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53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grade the floor without storing the grade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4EC"/>
          </a:solidFill>
          <a:ln w="19050">
            <a:solidFill>
              <a:srgbClr val="D9A6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A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manager needs both an exception (something specific is wrong now) and a rating (how efficiently the floor runs overall) — but they belong on separate axes. Baking a rating into stored records would freeze the thresholds and blur the two questions together.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4EC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answers the exception question at the edge, raising four hard alarms per window. The dashboard answers performance on read: it scores energy draw and air quality each from 100 down to 0, averages them, and maps the number to an A-to-F letter like a building energy certificate — derived fresh on every read, never stored, so thresholds can be retuned without touching a saved record.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1B5E2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2026-07-24T07:12:01Z</dcterms:created>
  <dcterms:modified xsi:type="dcterms:W3CDTF">2026-07-24T07:12:01Z</dcterms:modified>
</cp:coreProperties>
</file>