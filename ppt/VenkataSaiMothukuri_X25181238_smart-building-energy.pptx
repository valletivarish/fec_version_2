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&gt; 1,000 ppm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18–26 °C band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A-to-F grade badge per floor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floor is graded fresh on read — both floors sit at A right now, at 100 and 91.7, the score beneath the letter separating lean from drifting.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and rating on separate axes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exception alarms fire at the edge, while the A-to-F rating answers a different question: how efficiently the floor runs overall.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energy-consumption trend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chart tracks both floors, so the number behind each grade is visible as it moves.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2026-07-24T07:05:03Z</dcterms:created>
  <dcterms:modified xsi:type="dcterms:W3CDTF">2026-07-24T07:05:03Z</dcterms:modified>
</cp:coreProperties>
</file>