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0637215" cy="0"/>
          </a:xfrm>
          <a:prstGeom prst="line">
            <a:avLst/>
          </a:prstGeom>
          <a:noFill/>
          <a:ln w="15875">
            <a:solidFill>
              <a:srgbClr val="1F7A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896112"/>
            <a:ext cx="10637215" cy="0"/>
          </a:xfrm>
          <a:prstGeom prst="line">
            <a:avLst/>
          </a:prstGeom>
          <a:noFill/>
          <a:ln w="6350">
            <a:solidFill>
              <a:srgbClr val="5F6B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17920"/>
            <a:ext cx="10637215" cy="0"/>
          </a:xfrm>
          <a:prstGeom prst="line">
            <a:avLst/>
          </a:prstGeom>
          <a:noFill/>
          <a:ln w="6350">
            <a:solidFill>
              <a:srgbClr val="5F6B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737360"/>
            <a:ext cx="106372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Building Energy Monitoring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Sai Mothukuri   ·   X25181238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manager asks two different things at once — is anything wrong right now, and how efficiently is this floor running overall — and they are not the same question.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0637215" cy="0"/>
          </a:xfrm>
          <a:prstGeom prst="line">
            <a:avLst/>
          </a:prstGeom>
          <a:noFill/>
          <a:ln w="15875">
            <a:solidFill>
              <a:srgbClr val="1F7A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896112"/>
            <a:ext cx="10637215" cy="0"/>
          </a:xfrm>
          <a:prstGeom prst="line">
            <a:avLst/>
          </a:prstGeom>
          <a:noFill/>
          <a:ln w="6350">
            <a:solidFill>
              <a:srgbClr val="5F6B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17920"/>
            <a:ext cx="10637215" cy="0"/>
          </a:xfrm>
          <a:prstGeom prst="line">
            <a:avLst/>
          </a:prstGeom>
          <a:noFill/>
          <a:ln w="6350">
            <a:solidFill>
              <a:srgbClr val="5F6B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22529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 — Meter to Scorecard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3291840"/>
            <a:ext cx="1391869" cy="1965960"/>
          </a:xfrm>
          <a:prstGeom prst="roundRect">
            <a:avLst>
              <a:gd name="adj" fmla="val 2628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347472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3544" y="391363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 sensors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3544" y="477316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2 floors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2261" y="4165092"/>
            <a:ext cx="310896" cy="219456"/>
          </a:xfrm>
          <a:prstGeom prst="rightArrow">
            <a:avLst/>
          </a:prstGeom>
          <a:solidFill>
            <a:srgbClr val="5F6B74"/>
          </a:solidFill>
          <a:ln/>
        </p:spPr>
      </p:sp>
      <p:sp>
        <p:nvSpPr>
          <p:cNvPr id="13" name="Shape 11"/>
          <p:cNvSpPr/>
          <p:nvPr/>
        </p:nvSpPr>
        <p:spPr>
          <a:xfrm>
            <a:off x="2626309" y="3291840"/>
            <a:ext cx="1391869" cy="1965960"/>
          </a:xfrm>
          <a:prstGeom prst="roundRect">
            <a:avLst>
              <a:gd name="adj" fmla="val 2628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2613" y="347472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72613" y="391363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 node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72613" y="477316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consumer thread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91330" y="4165092"/>
            <a:ext cx="310896" cy="219456"/>
          </a:xfrm>
          <a:prstGeom prst="rightArrow">
            <a:avLst/>
          </a:prstGeom>
          <a:solidFill>
            <a:srgbClr val="5F6B74"/>
          </a:solidFill>
          <a:ln/>
        </p:spPr>
      </p:sp>
      <p:sp>
        <p:nvSpPr>
          <p:cNvPr id="18" name="Shape 16"/>
          <p:cNvSpPr/>
          <p:nvPr/>
        </p:nvSpPr>
        <p:spPr>
          <a:xfrm>
            <a:off x="4475378" y="3291840"/>
            <a:ext cx="1391869" cy="1965960"/>
          </a:xfrm>
          <a:prstGeom prst="roundRect">
            <a:avLst>
              <a:gd name="adj" fmla="val 2628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1682" y="347472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21682" y="391363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SQS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21682" y="477316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queue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0400" y="4165092"/>
            <a:ext cx="310896" cy="219456"/>
          </a:xfrm>
          <a:prstGeom prst="rightArrow">
            <a:avLst/>
          </a:prstGeom>
          <a:solidFill>
            <a:srgbClr val="5F6B74"/>
          </a:solidFill>
          <a:ln/>
        </p:spPr>
      </p:sp>
      <p:sp>
        <p:nvSpPr>
          <p:cNvPr id="23" name="Shape 21"/>
          <p:cNvSpPr/>
          <p:nvPr/>
        </p:nvSpPr>
        <p:spPr>
          <a:xfrm>
            <a:off x="6324448" y="3291840"/>
            <a:ext cx="1391869" cy="1965960"/>
          </a:xfrm>
          <a:prstGeom prst="roundRect">
            <a:avLst>
              <a:gd name="adj" fmla="val 2628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0752" y="347472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70752" y="391363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70752" y="477316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python3.12 ingest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789469" y="4165092"/>
            <a:ext cx="310896" cy="219456"/>
          </a:xfrm>
          <a:prstGeom prst="rightArrow">
            <a:avLst/>
          </a:prstGeom>
          <a:solidFill>
            <a:srgbClr val="5F6B74"/>
          </a:solidFill>
          <a:ln/>
        </p:spPr>
      </p:sp>
      <p:sp>
        <p:nvSpPr>
          <p:cNvPr id="28" name="Shape 26"/>
          <p:cNvSpPr/>
          <p:nvPr/>
        </p:nvSpPr>
        <p:spPr>
          <a:xfrm>
            <a:off x="8173517" y="3291840"/>
            <a:ext cx="1391869" cy="1965960"/>
          </a:xfrm>
          <a:prstGeom prst="roundRect">
            <a:avLst>
              <a:gd name="adj" fmla="val 2628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19821" y="347472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19821" y="391363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DynamoDB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19821" y="477316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store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38538" y="4165092"/>
            <a:ext cx="310896" cy="219456"/>
          </a:xfrm>
          <a:prstGeom prst="rightArrow">
            <a:avLst/>
          </a:prstGeom>
          <a:solidFill>
            <a:srgbClr val="5F6B7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22586" y="3291840"/>
            <a:ext cx="1391869" cy="1965960"/>
          </a:xfrm>
          <a:prstGeom prst="roundRect">
            <a:avLst>
              <a:gd name="adj" fmla="val 2628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68890" y="3474720"/>
            <a:ext cx="10992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168890" y="3913632"/>
            <a:ext cx="109926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GW + S3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168890" y="4773168"/>
            <a:ext cx="10992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A–F scorecard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0637215" cy="0"/>
          </a:xfrm>
          <a:prstGeom prst="line">
            <a:avLst/>
          </a:prstGeom>
          <a:noFill/>
          <a:ln w="15875">
            <a:solidFill>
              <a:srgbClr val="1F7A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896112"/>
            <a:ext cx="10637215" cy="0"/>
          </a:xfrm>
          <a:prstGeom prst="line">
            <a:avLst/>
          </a:prstGeom>
          <a:noFill/>
          <a:ln w="6350">
            <a:solidFill>
              <a:srgbClr val="5F6B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17920"/>
            <a:ext cx="10637215" cy="0"/>
          </a:xfrm>
          <a:prstGeom prst="line">
            <a:avLst/>
          </a:prstGeom>
          <a:noFill/>
          <a:ln w="6350">
            <a:solidFill>
              <a:srgbClr val="5F6B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22529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running on AWS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2221992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7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smart-building-energy-monitor.s3.us-east-1.amazonaws.com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3301898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07238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069848" y="388620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A-to-F grade badge per floor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69848" y="475488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floor is graded fresh on read — both floors sit at A right now, at 100 and 91.7, the score beneath the letter separating lean from drifting.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44898" y="2834640"/>
            <a:ext cx="3301898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9218" y="307238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737506" y="388620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and rating on separate axes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737506" y="475488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hard exception alarms fire at the edge, while the A-to-F rating answers a different question: how efficiently the floor runs overall.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2557" y="2834640"/>
            <a:ext cx="3301898" cy="301752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6877" y="307238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405165" y="3886200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energy-consumption trend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05165" y="475488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energy chart tracks both floors, so the number behind each grade is visible as it moves.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10637215" cy="0"/>
          </a:xfrm>
          <a:prstGeom prst="line">
            <a:avLst/>
          </a:prstGeom>
          <a:noFill/>
          <a:ln w="15875">
            <a:solidFill>
              <a:srgbClr val="1F7A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896112"/>
            <a:ext cx="10637215" cy="0"/>
          </a:xfrm>
          <a:prstGeom prst="line">
            <a:avLst/>
          </a:prstGeom>
          <a:noFill/>
          <a:ln w="6350">
            <a:solidFill>
              <a:srgbClr val="5F6B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6217920"/>
            <a:ext cx="10637215" cy="0"/>
          </a:xfrm>
          <a:prstGeom prst="line">
            <a:avLst/>
          </a:prstGeom>
          <a:noFill/>
          <a:ln w="6350">
            <a:solidFill>
              <a:srgbClr val="5F6B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515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225296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the floor without storing the grade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5090008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17520"/>
            <a:ext cx="444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15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401568"/>
            <a:ext cx="4449928" cy="0"/>
          </a:xfrm>
          <a:prstGeom prst="line">
            <a:avLst/>
          </a:prstGeom>
          <a:noFill/>
          <a:ln w="19050">
            <a:solidFill>
              <a:srgbClr val="D158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566160"/>
            <a:ext cx="4449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needs both an exception (something specific is wrong now) and a rating (how efficiently the floor runs overall) — but they belong on separate axes. Baking a rating into stored records would freeze the thresholds and blur the two questions together.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24448" y="2743200"/>
            <a:ext cx="5090008" cy="310896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4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4488" y="3017520"/>
            <a:ext cx="444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44488" y="3401568"/>
            <a:ext cx="4449928" cy="0"/>
          </a:xfrm>
          <a:prstGeom prst="line">
            <a:avLst/>
          </a:prstGeom>
          <a:noFill/>
          <a:ln w="19050">
            <a:solidFill>
              <a:srgbClr val="3FAE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4488" y="3566160"/>
            <a:ext cx="44499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6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fog answers the exception question at the edge, raising four hard alarms per window. The dashboard answers performance on read: it scores energy draw and air quality each from 100 down to 0, averages them, and maps the number to an A-to-F letter like a building energy certificate — derived fresh on every read, never stored, so thresholds can be retuned without touching a saved record.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2026-07-24T09:15:28Z</dcterms:created>
  <dcterms:modified xsi:type="dcterms:W3CDTF">2026-07-24T09:15:28Z</dcterms:modified>
</cp:coreProperties>
</file>