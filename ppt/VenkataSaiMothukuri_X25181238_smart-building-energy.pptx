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132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41605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965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onstantia"/>
              </a:rPr>
              <a:t>Smart Building Energy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43484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164F1B"/>
                </a:solidFill>
                <a:latin typeface="Calibri"/>
              </a:rPr>
              <a:t>Grade the floor: an A-to-F energy rating at the edge for two office floors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212080"/>
            <a:ext cx="94183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262B2E"/>
                </a:solidFill>
                <a:latin typeface="Calibri"/>
              </a:rPr>
              <a:t>Venkata Sai Mothukuri</a:t>
            </a:r>
          </a:p>
          <a:p>
            <a:pPr algn="ctr"/>
            <a:r>
              <a:rPr sz="1300" b="0" i="0">
                <a:solidFill>
                  <a:srgbClr val="5A635C"/>
                </a:solidFill>
                <a:latin typeface="Calibri"/>
              </a:rPr>
              <a:t>Student ID X25181238</a:t>
            </a:r>
          </a:p>
          <a:p>
            <a:pPr algn="ctr"/>
            <a:r>
              <a:rPr sz="1250" b="0" i="0">
                <a:solidFill>
                  <a:srgbClr val="5A635C"/>
                </a:solidFill>
                <a:latin typeface="Calibri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5A635C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91440" y="0"/>
            <a:ext cx="12435840" cy="146304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B5E20"/>
                </a:solidFill>
                <a:latin typeface="Constantia"/>
              </a:rPr>
              <a:t>Two readings of a floor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1097280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building manager asks two different things at once: is anything wrong right now, and how efficiently is this floor running overall?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An exception is discrete: peak load, stale air, a room too hot or too cold, a tap left running. A rating is a smooth summary, the kind a building energy certificate rolls into a single letter.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Two floors, five signals each, ten live streams: energy consumption, CO2, occupancy, HVAC temperature, water use.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Four hard exception rules run continuously on window summaries: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Peak load: average energy above 55 kW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Poor air: average CO2 above 1,000 ppm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Comfort: average HVAC above 26 C or below 18 C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Leak: average water above 20 L/min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Occupancy is carried as context and raises no alarm.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91440" y="0"/>
            <a:ext cx="12435840" cy="146304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B5E20"/>
                </a:solidFill>
                <a:latin typeface="Constantia"/>
              </a:rPr>
              <a:t>From meter to scorecard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10972800" cy="47548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Raw readings stay at the edge. The fog node windows and aggregates ten streams, so only one compact summary per window crosses into the cloud.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Sensors: 10 processes across 2 floors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Fog node: one consumer thread owns the buffers, aggregate, raise alarms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Queue: Amazon SQS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Ingest: AWS Lambda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Store: Amazon DynamoDB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Scorecard: Amazon S3 and API Gateway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Exception alarms are decided at the edge, in the window they appear, not after a trip to a distant region.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Provisioned to a real AWS account in one infrastructure-as-code step: 24 resources, no manual clicking.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91440" y="0"/>
            <a:ext cx="12435840" cy="146304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B5E20"/>
                </a:solidFill>
                <a:latin typeface="Constantia"/>
              </a:rPr>
              <a:t>Live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5760720" cy="466344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live scorecard reading from the running stack, an A-to-F grade badge per floor.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Both floors graded A, with the numeric score separating a floor running very lean from one starting to drift.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4 / 4 pipeline checks green: Gateway, Queue, Processor, Pipeline.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133 automated tests pass across sensor, fog, processor and dashboard.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2,000-message burst from 32 parallel senders is absorbed and drained.</a:t>
            </a:r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9051" y="1554480"/>
            <a:ext cx="4301337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91440" y="0"/>
            <a:ext cx="12435840" cy="146304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B5E20"/>
                </a:solidFill>
                <a:latin typeface="Constantia"/>
              </a:rPr>
              <a:t>Grade the floor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10972800" cy="475488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fog answers the exception question at the edge: it raises the four hard alarms on each window.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dashboard answers the performance question on read: it turns each floor into one A-to-F efficiency grade.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Score the two efficiency-defining signals, energy draw and air quality, each from 100 (efficient) down to 0 (wasteful).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Average the two, then map the number onto a letter, exactly like a building energy-performance certificate.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two are kept apart: an alarm says one thing is wrong now, the grade says how leanly the floor runs overall.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The grade is derived fresh on every read, never stored, so the thresholds can be retuned without touching a saved record.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-91440" y="0"/>
            <a:ext cx="12435840" cy="146304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7280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B5E20"/>
                </a:solidFill>
                <a:latin typeface="Constantia"/>
              </a:rPr>
              <a:t>What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10972800" cy="475488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Rate as well as alarm: an exception is precise but narrow; an A-to-F grade adds the missing dimension of how well the floor is running.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Decide at the edge: raw readings never leave the building, and the fog node aggregates ten streams and raises four alarms next to the plant.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Cloud-ready by design: the same code runs on the local emulator and on real AWS, so deployment is one scripted step.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