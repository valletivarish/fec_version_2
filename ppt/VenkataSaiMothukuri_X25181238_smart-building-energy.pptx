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Building Energy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Venkata Sai Mothukuri   ·   X25181238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manager asks two different things at once — is anything wrong right now, and how efficiently is this floor running overall — and they are not the same question.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load &gt; 55 kW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&gt; 1,000 ppm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HVAC 18–26 °C band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Meter to Scorecard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floors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consumer thread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A–F scorecard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hard exception alarms at the edge; the dashboard derives an A-to-F efficiency grade fresh on every read, never stored.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smart-building-energy-monitor.s3.us-east-1.amazonaws.com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queue, processor and pipeline all healthy on the live deployment.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A-to-F scorecard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floors graded A, the numeric score beneath the letter separating a lean floor from one starting to drift.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 automated tests pass across sensor, fog, processor and dashboard; a 2,000-message burst via 32 senders absorbed.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grade the floor without storing the grade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0402A"/>
          </a:solidFill>
          <a:ln w="15875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needs both an exception (something specific is wrong now) and a rating (how efficiently the floor runs overall) — but they belong on separate axes. Baking a rating into stored records would freeze the thresholds and blur the two questions together.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0402A"/>
          </a:solidFill>
          <a:ln w="15875">
            <a:solidFill>
              <a:srgbClr val="6A9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9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answers the exception question at the edge, raising four hard alarms per window. The dashboard answers performance on read: it scores energy draw and air quality each from 100 down to 0, averages them, and maps the number to an A-to-F letter like a building energy certificate — derived fresh on every read, never stored, so thresholds can be retuned without touching a saved record.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2026-07-24T06:34:26Z</dcterms:created>
  <dcterms:modified xsi:type="dcterms:W3CDTF">2026-07-24T06:34:26Z</dcterms:modified>
</cp:coreProperties>
</file>