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E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Aquaculture Fish Farm Water Quality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F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Anjaneya Reddy Gurram   ·   24288853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DE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warm, still night can crash dissolved oxygen and push ammonia up over a few hours — entirely inside the gap between two once-a-day manual water checks.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23B3E"/>
          </a:solidFill>
          <a:ln w="12700">
            <a:solidFill>
              <a:srgbClr val="E7A9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7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checks / day today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23B3E"/>
          </a:solidFill>
          <a:ln w="12700">
            <a:solidFill>
              <a:srgbClr val="E7A9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7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sensors · 2 ponds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23B3E"/>
          </a:solidFill>
          <a:ln w="12700">
            <a:solidFill>
              <a:srgbClr val="E7A9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7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edge rules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Pond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5"/>
          </a:solidFill>
          <a:ln w="19050">
            <a:solidFill>
              <a:srgbClr val="4FB0A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25880" y="2670048"/>
            <a:ext cx="201168" cy="201168"/>
          </a:xfrm>
          <a:prstGeom prst="ellipse">
            <a:avLst/>
          </a:prstGeom>
          <a:solidFill>
            <a:srgbClr val="4FB0A6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179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ponds · 5 metrics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5"/>
          </a:solidFill>
          <a:ln w="19050">
            <a:solidFill>
              <a:srgbClr val="4FB0A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93633" y="2670048"/>
            <a:ext cx="201168" cy="201168"/>
          </a:xfrm>
          <a:prstGeom prst="ellipse">
            <a:avLst/>
          </a:prstGeom>
          <a:solidFill>
            <a:srgbClr val="4FB0A6"/>
          </a:solidFill>
          <a:ln/>
        </p:spPr>
      </p:sp>
      <p:sp>
        <p:nvSpPr>
          <p:cNvPr id="10" name="Text 8"/>
          <p:cNvSpPr/>
          <p:nvPr/>
        </p:nvSpPr>
        <p:spPr>
          <a:xfrm>
            <a:off x="2462113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489545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rules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5"/>
          </a:solidFill>
          <a:ln w="19050">
            <a:solidFill>
              <a:srgbClr val="0F6E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61387" y="2670048"/>
            <a:ext cx="201168" cy="201168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15" name="Text 13"/>
          <p:cNvSpPr/>
          <p:nvPr/>
        </p:nvSpPr>
        <p:spPr>
          <a:xfrm>
            <a:off x="432986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5729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batched send / cycle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5"/>
          </a:solidFill>
          <a:ln w="19050">
            <a:solidFill>
              <a:srgbClr val="0F6E6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29140" y="2670048"/>
            <a:ext cx="201168" cy="201168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20" name="Text 18"/>
          <p:cNvSpPr/>
          <p:nvPr/>
        </p:nvSpPr>
        <p:spPr>
          <a:xfrm>
            <a:off x="619762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2505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5"/>
          </a:solidFill>
          <a:ln w="19050">
            <a:solidFill>
              <a:srgbClr val="0F6E6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96894" y="2670048"/>
            <a:ext cx="201168" cy="201168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25" name="Text 23"/>
          <p:cNvSpPr/>
          <p:nvPr/>
        </p:nvSpPr>
        <p:spPr>
          <a:xfrm>
            <a:off x="8065374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092806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type · time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5"/>
          </a:solidFill>
          <a:ln w="19050">
            <a:solidFill>
              <a:srgbClr val="1E91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64647" y="2670048"/>
            <a:ext cx="201168" cy="201168"/>
          </a:xfrm>
          <a:prstGeom prst="ellipse">
            <a:avLst/>
          </a:prstGeom>
          <a:solidFill>
            <a:srgbClr val="1E9188"/>
          </a:solidFill>
          <a:ln/>
        </p:spPr>
      </p:sp>
      <p:sp>
        <p:nvSpPr>
          <p:cNvPr id="30" name="Text 28"/>
          <p:cNvSpPr/>
          <p:nvPr/>
        </p:nvSpPr>
        <p:spPr>
          <a:xfrm>
            <a:off x="993312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6055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4F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F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12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F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compact window summaries ever leave the pond; raw readings stay at the edge and alert rules fire on site, next to the fish.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91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aff-frontend-713939620116.s3.us-east-1.amazonaws.com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health, all green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of four checks green within a minute of boot; the freshest reading under two seconds old.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alerts firing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stress, hypoxia and acidic risk on pond-1 and alkaline risk on pond-2, with 590 records stored and climbing.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end to end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 automated tests pass across the sensor, fog, processor and dashboard modules.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F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2E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Part — a hidden concurrency race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153F42"/>
          </a:solidFill>
          <a:ln w="15875">
            <a:solidFill>
              <a:srgbClr val="E7A9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DE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gateway buffers every reading in one shared in-memory map — ten streams writing at once while a ten-second flush retires it, deliberately with no lock. A 64-thread stress test failed once and readings silently vanished: one field in the accumulator was still mutable, so two simultaneous merges could each read it before either wrote back. Nothing crashed; data just disappeared.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153F42"/>
          </a:solidFill>
          <a:ln w="15875">
            <a:solidFill>
              <a:srgbClr val="4FB0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B0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DE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accumulator fully immutable, so every combine returns a fresh value instead of editing one in place — the map's atomic merge is only guaranteed when the merge function has no side effects, a narrower promise than "thread-safe" sounds. The suite replays the 64-thread collision, and after the fix not one reading is lost.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2026-07-24T06:34:25Z</dcterms:created>
  <dcterms:modified xsi:type="dcterms:W3CDTF">2026-07-24T06:34:25Z</dcterms:modified>
</cp:coreProperties>
</file>