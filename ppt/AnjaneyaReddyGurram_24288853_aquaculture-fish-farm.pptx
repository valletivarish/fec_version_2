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Aquaculture Fish Farm Water Quality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Anjaneya Reddy Gurram   ·   24288853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still night can crash dissolved oxygen and push ammonia up over a few hours — entirely inside the gap between two once-a-day manual water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E9188"/>
          </a:solidFill>
          <a:ln/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C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checks / day today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E9188"/>
          </a:solidFill>
          <a:ln/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C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ponds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E9188"/>
          </a:solidFill>
          <a:ln/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C2E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edge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Pond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ponds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send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9188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summaries ever leave the pond; raw readings stay at the edge and alert rules fire on site, next to the fish.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1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aff-frontend-713939620116.s3.us-east-1.amazonaws.com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ponds, five water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dissolved oxygen, pH, ammonia and feed live for both ponds, freshest reading under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alerts firing at once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stress, hypoxia and acidic risk on pond-1 and alkaline risk on pond-2 are all live on the board right now.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reads 590 and keeps rising as new windows land, so the board is reading live data, not a snapshot.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hidden concurrency race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5"/>
          </a:solidFill>
          <a:ln w="19050">
            <a:solidFill>
              <a:srgbClr val="E7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 buffers every reading in one shared in-memory map — ten streams writing at once while a ten-second flush retires it, deliberately with no lock. A 64-thread stress test failed once and readings silently vanished: one field in the accumulator was still mutable, so two simultaneous merges could each read it before either wrote back. Nothing crashed; data just disappeared.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1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accumulator fully immutable, so every combine returns a fresh value instead of editing one in place — the map's atomic merge is only guaranteed when the merge function has no side effects, a narrower promise than "thread-safe" sounds. The suite replays the 64-thread collision, and after the fix not one reading is lost.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0F6E6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2026-07-24T07:37:25Z</dcterms:created>
  <dcterms:modified xsi:type="dcterms:W3CDTF">2026-07-24T07:37:25Z</dcterms:modified>
</cp:coreProperties>
</file>