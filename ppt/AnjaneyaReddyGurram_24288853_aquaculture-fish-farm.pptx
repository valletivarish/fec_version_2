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ponds, five water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dissolved oxygen, pH, ammonia and feed live for both ponds, freshest reading under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alerts firing at once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 are all live on the board right now.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reads 590 and keeps rising as new windows land, so the board is reading live data, not a snapshot.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5"/>
          </a:solidFill>
          <a:ln w="19050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1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0F6E6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