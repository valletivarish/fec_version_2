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5720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3" name="Shape 1"/>
          <p:cNvSpPr/>
          <p:nvPr/>
        </p:nvSpPr>
        <p:spPr>
          <a:xfrm>
            <a:off x="9585655" y="77724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4" name="Shape 2"/>
          <p:cNvSpPr/>
          <p:nvPr/>
        </p:nvSpPr>
        <p:spPr>
          <a:xfrm>
            <a:off x="9905695" y="10972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57B9D9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Wind Farm Turbine Monitoring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Vishvaksen Machana   ·   X25173421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 are reached by boat and visits can be weeks apart — a bearing overheating or a gearbox losing lubrication pressure stays invisible until the next scheduled inspection.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5720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3" name="Shape 1"/>
          <p:cNvSpPr/>
          <p:nvPr/>
        </p:nvSpPr>
        <p:spPr>
          <a:xfrm>
            <a:off x="9585655" y="77724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4" name="Shape 2"/>
          <p:cNvSpPr/>
          <p:nvPr/>
        </p:nvSpPr>
        <p:spPr>
          <a:xfrm>
            <a:off x="9905695" y="10972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57B9D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7B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 — Sea to Cloud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1391869" cy="1965960"/>
          </a:xfrm>
          <a:prstGeom prst="roundRect">
            <a:avLst>
              <a:gd name="adj" fmla="val 5256"/>
            </a:avLst>
          </a:prstGeom>
          <a:solidFill>
            <a:srgbClr val="57B9D9"/>
          </a:solidFill>
          <a:ln w="12700">
            <a:solidFill>
              <a:srgbClr val="57B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sensors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6309" y="2971800"/>
            <a:ext cx="1391869" cy="1965960"/>
          </a:xfrm>
          <a:prstGeom prst="roundRect">
            <a:avLst>
              <a:gd name="adj" fmla="val 5256"/>
            </a:avLst>
          </a:prstGeom>
          <a:solidFill>
            <a:srgbClr val="57B9D9"/>
          </a:solidFill>
          <a:ln w="12700">
            <a:solidFill>
              <a:srgbClr val="57B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8" name="Shape 16"/>
          <p:cNvSpPr/>
          <p:nvPr/>
        </p:nvSpPr>
        <p:spPr>
          <a:xfrm>
            <a:off x="4475378" y="2971800"/>
            <a:ext cx="1391869" cy="1965960"/>
          </a:xfrm>
          <a:prstGeom prst="roundRect">
            <a:avLst>
              <a:gd name="adj" fmla="val 5256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B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call / cycle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3" name="Shape 21"/>
          <p:cNvSpPr/>
          <p:nvPr/>
        </p:nvSpPr>
        <p:spPr>
          <a:xfrm>
            <a:off x="6324448" y="2971800"/>
            <a:ext cx="1391869" cy="1965960"/>
          </a:xfrm>
          <a:prstGeom prst="roundRect">
            <a:avLst>
              <a:gd name="adj" fmla="val 5256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B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8" name="Shape 26"/>
          <p:cNvSpPr/>
          <p:nvPr/>
        </p:nvSpPr>
        <p:spPr>
          <a:xfrm>
            <a:off x="8173517" y="2971800"/>
            <a:ext cx="1391869" cy="1965960"/>
          </a:xfrm>
          <a:prstGeom prst="roundRect">
            <a:avLst>
              <a:gd name="adj" fmla="val 5256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B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store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22586" y="2971800"/>
            <a:ext cx="1391869" cy="1965960"/>
          </a:xfrm>
          <a:prstGeom prst="roundRect">
            <a:avLst>
              <a:gd name="adj" fmla="val 5256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B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5720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3" name="Shape 1"/>
          <p:cNvSpPr/>
          <p:nvPr/>
        </p:nvSpPr>
        <p:spPr>
          <a:xfrm>
            <a:off x="9585655" y="77724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4" name="Shape 2"/>
          <p:cNvSpPr/>
          <p:nvPr/>
        </p:nvSpPr>
        <p:spPr>
          <a:xfrm>
            <a:off x="9905695" y="10972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57B9D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7B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B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owf-frontend-015611713565.s3.us-east-1.amazonaws.com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514600"/>
            <a:ext cx="3301898" cy="3566160"/>
          </a:xfrm>
          <a:prstGeom prst="roundRect">
            <a:avLst>
              <a:gd name="adj" fmla="val 2215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7B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turbines, five metrics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speed, blade vibration, generator temperature, power output and gearbox pressure live for both turbines.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44898" y="2514600"/>
            <a:ext cx="3301898" cy="3566160"/>
          </a:xfrm>
          <a:prstGeom prst="roundRect">
            <a:avLst>
              <a:gd name="adj" fmla="val 2215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7B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pressure on the window minimum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momentary dip below 2.5 bar is a lubrication fault — the rule reads the worst reading in each window, so a single dip cannot hide in an average.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12557" y="2514600"/>
            <a:ext cx="3301898" cy="3566160"/>
          </a:xfrm>
          <a:prstGeom prst="roundRect">
            <a:avLst>
              <a:gd name="adj" fmla="val 2215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7B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cross-turbine power trend, climbing live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chart tracks both turbines together, and the stored count climbs 17 to 132 to 204 across refreshes, so the data is genuinely live.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5720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3" name="Shape 1"/>
          <p:cNvSpPr/>
          <p:nvPr/>
        </p:nvSpPr>
        <p:spPr>
          <a:xfrm>
            <a:off x="9585655" y="77724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2F91B1"/>
          </a:solidFill>
          <a:ln/>
        </p:spPr>
      </p:sp>
      <p:sp>
        <p:nvSpPr>
          <p:cNvPr id="4" name="Shape 2"/>
          <p:cNvSpPr/>
          <p:nvPr/>
        </p:nvSpPr>
        <p:spPr>
          <a:xfrm>
            <a:off x="9905695" y="10972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57B9D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7B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app, don't clone it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77240" y="2423160"/>
            <a:ext cx="5090008" cy="3657600"/>
          </a:xfrm>
          <a:prstGeom prst="roundRect">
            <a:avLst>
              <a:gd name="adj" fmla="val 2000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an Express application that already serves every route locally. Deploying it as a cloud function tempted a second, parallel set of routes for the function — two code paths for the same logic that would inevitably drift apart as either side changed.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24448" y="2423160"/>
            <a:ext cx="5090008" cy="3657600"/>
          </a:xfrm>
          <a:prstGeom prst="roundRect">
            <a:avLst>
              <a:gd name="adj" fmla="val 2000"/>
            </a:avLst>
          </a:prstGeom>
          <a:solidFill>
            <a:srgbClr val="123456"/>
          </a:solidFill>
          <a:ln w="12700">
            <a:solidFill>
              <a:srgbClr val="2648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3FAE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duplicating routes, each event from the managed gateway is bridged into the request and response pair Express expects; the application handles it exactly as a local request, and the result is translated back to the gateway's shape. Business logic lives in one place, the bridge carries its own tests, and every reply — including errors — attaches the cross-origin header so the browser accepts responses from a different origin.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2026-07-24T09:16:22Z</dcterms:created>
  <dcterms:modified xsi:type="dcterms:W3CDTF">2026-07-24T09:16:22Z</dcterms:modified>
</cp:coreProperties>
</file>