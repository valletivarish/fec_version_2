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Offshore Wind Farm Turbine Monitoring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Vishvaksen Machana   ·   X25173421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F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Turbines are reached by boat and visits can be weeks apart — a bearing overheating or a gearbox losing lubrication pressure stays invisible until the next scheduled inspection.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&lt; 2.5 bar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53B4C"/>
          </a:solidFill>
          <a:ln w="12700">
            <a:solidFill>
              <a:srgbClr val="EBB1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BB1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alert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Sea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Turbine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turbines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4FA6B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A6BE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4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call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0F5E7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time-ordered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4F7"/>
          </a:solidFill>
          <a:ln w="19050">
            <a:solidFill>
              <a:srgbClr val="1E86A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86A6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A6BE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5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condition rules run at the edge, so a fault is flagged in the same window it appears; only compact summaries cross the limited sea link.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6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owf-frontend-015611713565.s3.us-east-1.amazonaws.com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7"/>
          </a:solidFill>
          <a:ln w="15240">
            <a:solidFill>
              <a:srgbClr val="1E86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turbines, five metrics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speed, blade vibration, generator temperature, power output and gearbox pressure live for both turbines.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7"/>
          </a:solidFill>
          <a:ln w="15240">
            <a:solidFill>
              <a:srgbClr val="1E86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pressure on the window minimum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momentary dip below 2.5 bar is a lubrication fault — the rule reads the worst reading in each window, so a single dip cannot hide in an average.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DF4F7"/>
          </a:solidFill>
          <a:ln w="15240">
            <a:solidFill>
              <a:srgbClr val="1E86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0F5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cross-turbine power trend, climbing live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6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chart tracks both turbines together, and the stored count climbs 17 to 132 to 204 across refreshes, so the data is genuinely live.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02A3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the credential trap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4F7"/>
          </a:solidFill>
          <a:ln w="19050">
            <a:solidFill>
              <a:srgbClr val="EBB1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BB13C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cloud-facing modules decided they must be in local testing whenever the standard access-key variable was present, and swapped in fake, emulator-only credentials. But the serverless platform always injects that same variable to deliver a function's real credentials — so in production both functions would discard their real identity and fail their first call, while every local test kept passing. The same signal meant opposite things in the two environments.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4F7"/>
          </a:solidFill>
          <a:ln w="19050">
            <a:solidFill>
              <a:srgbClr val="1E86A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86A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0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local-emulator endpoint variable instead — the one signal that genuinely means local. Deployed functions now fall through to the platform's default credential chain and pick up their real execution-role identity. A pre-deployment audit caught this plus two more; all three were fixed before the first deploy, and every health check was green on the first live poll.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2026-07-24T07:37:25Z</dcterms:created>
  <dcterms:modified xsi:type="dcterms:W3CDTF">2026-07-24T07:37:25Z</dcterms:modified>
</cp:coreProperties>
</file>