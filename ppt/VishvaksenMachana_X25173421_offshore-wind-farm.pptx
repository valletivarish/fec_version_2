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Offshore Wind Farm Turbine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&lt; 2.5 bar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alert rules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Sea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1E86A6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condition rules run at the edge, so a fault is flagged in the same window it appears; only compact summaries cross the limited sea link.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four checks green within a minute of start-up, freshest stored data about three seconds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metrics per turbine and a cross-turbine power trend, with records climbing 17 to 132 to 204 across polls.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automated tests pass across sensors, fog gateway, ingestion and dashboard.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credential trap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4456"/>
          </a:solidFill>
          <a:ln w="15875">
            <a:solidFill>
              <a:srgbClr val="EBB1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B1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cloud-facing modules decided they must be in local testing whenever the standard access-key variable was present, and swapped in fake, emulator-only credentials. But the serverless platform always injects that same variable to deliver a function's real credentials — so in production both functions would discard their real identity and fail their first call, while every local test kept passing. The same signal meant opposite things in the two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4456"/>
          </a:solidFill>
          <a:ln w="15875">
            <a:solidFill>
              <a:srgbClr val="4FA6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A6B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local-emulator endpoint variable instead — the one signal that genuinely means local. Deployed functions now fall through to the platform's default credential chain and pick up their real execution-role identity. A pre-deployment audit caught this plus two more; all three were fixed before the first deploy, and every health check was green on the first live poll.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