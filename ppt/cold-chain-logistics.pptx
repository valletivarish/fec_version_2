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Cold Chain Logistics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3DBE8"/>
                </a:solidFill>
                <a:latin typeface="Calibri"/>
              </a:rPr>
              <a:t>Ten container sensors, five risk signals, one live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AECEE0"/>
                </a:solidFill>
                <a:latin typeface="Calibri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ECEE0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731520"/>
            <a:ext cx="1069848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A7FB0"/>
                </a:solidFill>
                <a:latin typeface="Cambria"/>
              </a:rPr>
              <a:t>Why periodic checking fails a cold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737360"/>
            <a:ext cx="10698480" cy="45262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Cargo risk builds in seconds: a reefer container whose window-average temperature drifts above -15 C is already breaching the cold chain.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Every container carries five independent risk signals, storage temperature, humidity, door-open time, shock, and CO2, far more than a clipboard round can track.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 periodic or manual check discovers the breach after the damage is done, and nothing connects the door left open to the load that spoiled.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This project replaces the clipboard: sensors sample every 2-4 seconds and every container is re-scored every 10 seconds, continuously.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-15 C: window-average storage temperature that flags a cold-chain breach.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300 s: average door-open duration that raises an operational alert.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10 s: aggregation window, the longest an exception waits to surface.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5752" y="635508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507492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731520"/>
            <a:ext cx="1069848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A7FB0"/>
                </a:solidFill>
                <a:latin typeface="Cambria"/>
              </a:rPr>
              <a:t>How it works: sensors to live manifest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737360"/>
            <a:ext cx="10698480" cy="45262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Container sensors: 10 simulated units, 5 reading types across 2 containers, 2-4 second sampling.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Depot relay (fog node): 10-second windows aggregate each reading type and flag exceptions.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SQS: one aggregate per window, shipped in batches of up to 10 messages.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AWS Lambda: consumes the queue and reshapes every record for storage.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Amazon DynamoDB: durable archive of every window record, keyed per reading type.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Live dashboard: manifest table and temperature trends, served by API Gateway and Amazon S3 on AWS.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Verified end-to-end on Docker with an AWS emulator standing in for SQS, Lambda and DynamoDB: a pipeline script polls until every reading type lands in the store. The same code targets real AWS as a configuration change and deploys in a single scripted step.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5752" y="635508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507492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731520"/>
            <a:ext cx="1069848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A7FB0"/>
                </a:solidFill>
                <a:latin typeface="Cambria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737360"/>
            <a:ext cx="5669280" cy="443484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Dashboard captured from the running stack: the per-container manifest, storage-temperature trends, and the pipeline status strip showing depot relay online, queue reachable, Lambda deployed, and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Exceptions fire live: any container whose window-average temperature rises above -15 C is flagged on the board within 10 seconds.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Health checks all green: depot relay online, queue reachable, Lambda deployed, and records archived climbing.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76 automated tests: unit and endpoint tests across 10 modules, run with pytest.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2,000-message burst absorbed: 32 parallel workers, batched 10 per SQS call, with live dashboard data untouched.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5752" y="635508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507492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975246"/>
            <a:ext cx="4892040" cy="38219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731520"/>
            <a:ext cx="10698480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2A7FB0"/>
                </a:solidFill>
                <a:latin typeface="Cambria"/>
              </a:rPr>
              <a:t>Hardest part: a counter that lied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737360"/>
            <a:ext cx="10698480" cy="452628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problem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The dashboard's records-archived counter used a single DynamoDB Scan to count the table. DynamoDB answers with at most about 1 MB per call, so the counter only ever saw the first page of the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Why it was hard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Nothing failed: the call succeeds and the number looks plausible. Every test passed, because small test tables fit inside one page. The undercount only appears once real data outgrows a page, and then it is completely silent.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How it was solved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Follow the paging contract: keep requesting pages through DynamoDB's continuation key until none is left, and sum the per-page counts. New regression tests prove a multi-page table now counts in full.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Before: one call, first page only, so page 1 was counted while pages 2 and 3 were missed.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After: every page is walked and the per-page counts are summed, so pages 1, 2, and 3 are all counted.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5752" y="635508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507492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731520"/>
            <a:ext cx="1069848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A7FB0"/>
                </a:solidFill>
                <a:latin typeface="Cambria"/>
              </a:rP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3232" y="1737360"/>
            <a:ext cx="10698480" cy="452628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exceptions are flagged at the depot relay within a 10-second window, with no cloud round-trip in the alert path.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Serverless scales by configuration: the queue, function and store absorbed a 2,000-message burst unchanged, and moving to real AWS is configuration plus one scripted deploy, not a rewrite.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Green tests are not proof at scale: a silent paging undercount passed every test, and the audit and its new regression tests are what made the archive count trustworthy.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5752" y="6355080"/>
            <a:ext cx="2286000" cy="50292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86032" y="5074920"/>
            <a:ext cx="50292" cy="1325880"/>
          </a:xfrm>
          <a:prstGeom prst="rect">
            <a:avLst/>
          </a:prstGeom>
          <a:solidFill>
            <a:srgbClr val="2A7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