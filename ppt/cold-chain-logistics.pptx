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B0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7840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Franklin Gothic Medium"/>
              </a:rPr>
              <a:t>Cold Chain Logistics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1">
                <a:solidFill>
                  <a:srgbClr val="C0D6ED"/>
                </a:solidFill>
                <a:latin typeface="Calibri"/>
              </a:rPr>
              <a:t>Ten container sensors, five risk signals, one live manifest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0060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A5C5E5"/>
                </a:solidFill>
                <a:latin typeface="Calibri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A5C5E5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291840" cy="4572000"/>
          </a:xfrm>
        </p:spPr>
        <p:txBody>
          <a:bodyPr wrap="square" anchor="t"/>
          <a:lstStyle/>
          <a:p>
            <a:pPr algn="l"/>
            <a:r>
              <a:rPr b="1" sz="1800">
                <a:solidFill>
                  <a:srgbClr val="FFFFFF"/>
                </a:solidFill>
                <a:latin typeface="Franklin Gothic Medium"/>
              </a:rPr>
              <a:t>Why periodic checking fails a cold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40080"/>
            <a:ext cx="6492240" cy="557784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Cargo risk builds in seconds: a reefer container whose window-average temperature drifts above -15 C is already breaching the cold chain.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Every container carries five independent risk signals, storage temperature, humidity, door-open time, shock, and CO2, far more than a clipboard round can track.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 periodic or manual check discovers the breach after the damage is done, and nothing connects the door left open to the load that spoiled.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6FC0"/>
                </a:solidFill>
                <a:latin typeface="Calibri"/>
              </a:rPr>
              <a:t>This project replaces the clipboard: sensors sample every 2-4 seconds and every container is re-scored every 10 seconds, continuously.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-15 C: window-average storage temperature that flags a cold-chain breach.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300 s: average door-open duration that raises an operational alert.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10 s: aggregation window, the longest an exception waits to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nklin Gothic Medium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291840" cy="4572000"/>
          </a:xfrm>
        </p:spPr>
        <p:txBody>
          <a:bodyPr wrap="square" anchor="t"/>
          <a:lstStyle/>
          <a:p>
            <a:pPr algn="l"/>
            <a:r>
              <a:rPr b="1" sz="1800">
                <a:solidFill>
                  <a:srgbClr val="FFFFFF"/>
                </a:solidFill>
                <a:latin typeface="Franklin Gothic Medium"/>
              </a:rPr>
              <a:t>How it works: sensors to live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40080"/>
            <a:ext cx="6492240" cy="557784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Container sensors: 10 simulated units, 5 reading types across 2 containers, 2-4 second sampling.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Depot relay (fog node): 10-second windows aggregate each reading type and flag exceptions.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Amazon SQS: one aggregate per window, shipped in batches of up to 10 messages.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AWS Lambda: consumes the queue and reshapes every record for storage.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Amazon DynamoDB: durable archive of every window record, keyed per reading type.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Live dashboard: manifest table and temperature trends, served by API Gateway and Amazon S3 on AWS.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6FC0"/>
                </a:solidFill>
                <a:latin typeface="Calibri"/>
              </a:rPr>
              <a:t>Verified end-to-end on Docker with an AWS emulator standing in for SQS, Lambda and DynamoDB: a pipeline script polls until every reading type lands in the store. The same code targets real AWS as a configuration change and deploys in a single scripted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nklin Gothic Medium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291840" cy="4572000"/>
          </a:xfrm>
        </p:spPr>
        <p:txBody>
          <a:bodyPr wrap="square" anchor="t"/>
          <a:lstStyle/>
          <a:p>
            <a:pPr algn="l"/>
            <a:r>
              <a:rPr b="1" sz="2200">
                <a:solidFill>
                  <a:srgbClr val="FFFFFF"/>
                </a:solidFill>
                <a:latin typeface="Franklin Gothic Medium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6280" y="685800"/>
            <a:ext cx="3977639" cy="53949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Dashboard captured from the running stack: the per-container manifest, storage-temperature trends, and the pipeline status strip showing depot relay online, queue reachable, Lambda deployed, and records archived.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6FC0"/>
                </a:solidFill>
                <a:latin typeface="Calibri"/>
              </a:rPr>
              <a:t>Exceptions fire live: any container whose window-average temperature rises above -15 C is flagged on the board within 10 seconds.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Health checks all green: depot relay online, queue reachable, Lambda deployed, and records archived climbing.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76 automated tests: unit and endpoint tests across 10 modules, run with pytest.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2,000-message burst absorbed: 32 parallel workers, batched 10 per SQS call, with live dashboard data untouched.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nklin Gothic Medium"/>
              </a:rPr>
              <a:t>03</a:t>
            </a:r>
          </a:p>
        </p:txBody>
      </p:sp>
      <p:pic>
        <p:nvPicPr>
          <p:cNvPr id="6" name="Picture 5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049541"/>
            <a:ext cx="3063239" cy="2393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291840" cy="4572000"/>
          </a:xfrm>
        </p:spPr>
        <p:txBody>
          <a:bodyPr wrap="square" anchor="t"/>
          <a:lstStyle/>
          <a:p>
            <a:pPr algn="l"/>
            <a:r>
              <a:rPr b="1" sz="1800">
                <a:solidFill>
                  <a:srgbClr val="FFFFFF"/>
                </a:solidFill>
                <a:latin typeface="Franklin Gothic Medium"/>
              </a:rPr>
              <a:t>Hardest part: a counter that lied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40080"/>
            <a:ext cx="6492240" cy="557784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6FC0"/>
                </a:solidFill>
                <a:latin typeface="Calibri"/>
              </a:rPr>
              <a:t>The problem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The dashboard's records-archived counter used a single DynamoDB Scan to count the table. DynamoDB answers with at most about 1 MB per call, so the counter only ever saw the first page of the table.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6FC0"/>
                </a:solidFill>
                <a:latin typeface="Calibri"/>
              </a:rPr>
              <a:t>Why it was hard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Nothing failed: the call succeeds and the number looks plausible. Every test passed, because small test tables fit inside one page. The undercount only appears once real data outgrows a page, and then it is completely silent.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6FC0"/>
                </a:solidFill>
                <a:latin typeface="Calibri"/>
              </a:rPr>
              <a:t>How it was solved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Follow the paging contract: keep requesting pages through DynamoDB's continuation key until none is left, and sum the per-page counts. New regression tests prove a multi-page table now counts in full.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Before: one call, first page only, so page 1 was counted while pages 2 and 3 were missed.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After: every page is walked and the per-page counts are summed, so pages 1, 2, and 3 are all counted.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nklin Gothic Medium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0"/>
            <a:ext cx="3291840" cy="4572000"/>
          </a:xfrm>
        </p:spPr>
        <p:txBody>
          <a:bodyPr wrap="square" anchor="t"/>
          <a:lstStyle/>
          <a:p>
            <a:pPr algn="l"/>
            <a:r>
              <a:rPr b="1" sz="2200">
                <a:solidFill>
                  <a:srgbClr val="FFFFFF"/>
                </a:solidFill>
                <a:latin typeface="Franklin Gothic Medium"/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40080"/>
            <a:ext cx="6492240" cy="557784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F6FC0"/>
                </a:solidFill>
                <a:latin typeface="Calibri"/>
              </a:rPr>
              <a:t>Decide at the edge: exceptions are flagged at the depot relay within a 10-second window, with no cloud round-trip in the alert path.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Serverless scales by configuration: the queue, function and store absorbed a 2,000-message burst unchanged, and moving to real AWS is configuration plus one scripted deploy, not a rewrite.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Green tests are not proof at scale: a silent paging undercount passed every test, and the audit and its new regression tests are what made the archive count trustworthy.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Franklin Gothic Medium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