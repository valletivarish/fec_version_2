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1F513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Agriculture Field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21208" y="53949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Kondragunta Lakshmi Chaitanya   ·   X25171216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120640" y="137160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CFE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Fixed-schedule field checks reveal a dry root zone, an overnight frost, or a fungal-risk humidity spell only after the damage is done.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120640" y="40233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0351F"/>
          </a:solidFill>
          <a:ln w="12700">
            <a:solidFill>
              <a:srgbClr val="E0A8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0" y="40233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moisture &lt; 20%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120640" y="47091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0351F"/>
          </a:solidFill>
          <a:ln w="12700">
            <a:solidFill>
              <a:srgbClr val="E0A8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0" y="47091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&lt; 3 °C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120640" y="5394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0351F"/>
          </a:solidFill>
          <a:ln w="12700">
            <a:solidFill>
              <a:srgbClr val="E0A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5394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Humidity &gt; 90%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120640" y="6172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992728" y="123444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FF4EC"/>
          </a:solidFill>
          <a:ln w="17780">
            <a:solidFill>
              <a:srgbClr val="6A99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93896" y="1481328"/>
            <a:ext cx="164592" cy="164592"/>
          </a:xfrm>
          <a:prstGeom prst="ellipse">
            <a:avLst/>
          </a:prstGeom>
          <a:solidFill>
            <a:srgbClr val="6A994E"/>
          </a:solidFill>
          <a:ln/>
        </p:spPr>
      </p:sp>
      <p:sp>
        <p:nvSpPr>
          <p:cNvPr id="5" name="Text 3"/>
          <p:cNvSpPr/>
          <p:nvPr/>
        </p:nvSpPr>
        <p:spPr>
          <a:xfrm>
            <a:off x="4495648" y="12344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sensors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644488" y="12344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types · 2–4 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095848" y="1892808"/>
            <a:ext cx="0" cy="219456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992728" y="2112264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FF4EC"/>
          </a:solidFill>
          <a:ln w="17780">
            <a:solidFill>
              <a:srgbClr val="6A99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93896" y="2359152"/>
            <a:ext cx="164592" cy="164592"/>
          </a:xfrm>
          <a:prstGeom prst="ellipse">
            <a:avLst/>
          </a:prstGeom>
          <a:solidFill>
            <a:srgbClr val="6A994E"/>
          </a:solidFill>
          <a:ln/>
        </p:spPr>
      </p:sp>
      <p:sp>
        <p:nvSpPr>
          <p:cNvPr id="10" name="Text 8"/>
          <p:cNvSpPr/>
          <p:nvPr/>
        </p:nvSpPr>
        <p:spPr>
          <a:xfrm>
            <a:off x="4495648" y="211226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644488" y="2112264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edge alerts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95848" y="2770632"/>
            <a:ext cx="0" cy="219456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992728" y="2990088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FF4EC"/>
          </a:solidFill>
          <a:ln w="17780">
            <a:solidFill>
              <a:srgbClr val="1F51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93896" y="3236976"/>
            <a:ext cx="164592" cy="164592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15" name="Text 13"/>
          <p:cNvSpPr/>
          <p:nvPr/>
        </p:nvSpPr>
        <p:spPr>
          <a:xfrm>
            <a:off x="4495648" y="299008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44488" y="299008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queue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95848" y="3648456"/>
            <a:ext cx="0" cy="219456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92728" y="3867912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FF4EC"/>
          </a:solidFill>
          <a:ln w="17780">
            <a:solidFill>
              <a:srgbClr val="1F51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93896" y="4114800"/>
            <a:ext cx="164592" cy="164592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20" name="Text 18"/>
          <p:cNvSpPr/>
          <p:nvPr/>
        </p:nvSpPr>
        <p:spPr>
          <a:xfrm>
            <a:off x="4495648" y="38679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644488" y="386791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95848" y="4526280"/>
            <a:ext cx="0" cy="219456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992728" y="4745736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FF4EC"/>
          </a:solidFill>
          <a:ln w="17780">
            <a:solidFill>
              <a:srgbClr val="1F513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93896" y="4992624"/>
            <a:ext cx="164592" cy="164592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25" name="Text 23"/>
          <p:cNvSpPr/>
          <p:nvPr/>
        </p:nvSpPr>
        <p:spPr>
          <a:xfrm>
            <a:off x="4495648" y="474573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644488" y="474573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/ window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95848" y="5404104"/>
            <a:ext cx="0" cy="219456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992728" y="562356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FF4EC"/>
          </a:solidFill>
          <a:ln w="17780">
            <a:solidFill>
              <a:srgbClr val="2E7D4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93896" y="5870448"/>
            <a:ext cx="164592" cy="164592"/>
          </a:xfrm>
          <a:prstGeom prst="ellipse">
            <a:avLst/>
          </a:prstGeom>
          <a:solidFill>
            <a:srgbClr val="2E7D46"/>
          </a:solidFill>
          <a:ln/>
        </p:spPr>
      </p:sp>
      <p:sp>
        <p:nvSpPr>
          <p:cNvPr id="30" name="Text 28"/>
          <p:cNvSpPr/>
          <p:nvPr/>
        </p:nvSpPr>
        <p:spPr>
          <a:xfrm>
            <a:off x="4495648" y="56235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644488" y="5623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38248" y="1234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A99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438248" y="299008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F5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656168" y="274320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F5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readings never leave the edge — only compact 10-second window summaries cross into the cloud.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7D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smart-agriculture-field-monitor.s3.us-east-1.amazonaws.com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FF4EC"/>
          </a:solidFill>
          <a:ln w="15240">
            <a:solidFill>
              <a:srgbClr val="2E7D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94560"/>
            <a:ext cx="640080" cy="640080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 streaming five signals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moisture, temperature, humidity, light and rainfall live on Field-1 and Field-2, freshest reading about two seconds old.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FF4EC"/>
          </a:solidFill>
          <a:ln w="15240">
            <a:solidFill>
              <a:srgbClr val="2E7D4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94560"/>
            <a:ext cx="640080" cy="640080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90872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charts with the alert band drawn in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Soil-moisture, temperature and humidity charts show each field's live series against its threshold band, so you can see how close it is to an alert.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FF4EC"/>
          </a:solidFill>
          <a:ln w="15240">
            <a:solidFill>
              <a:srgbClr val="2E7D4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94560"/>
            <a:ext cx="640080" cy="640080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67344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alert fires the moment a rule trips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67344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field's soil moisture below 20% and the irrigation-needed banner appears within one ten-second window.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A99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7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a defect the emulator hid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FF4EC"/>
          </a:solidFill>
          <a:ln w="19050">
            <a:solidFill>
              <a:srgbClr val="E0A8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8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totalled its stored records with a single DynamoDB scan, which silently caps at ~1 MB. All 39 tests and the full emulator run passed, so the undercount only surfaced on the real AWS account — no error, just a smaller number.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FF4EC"/>
          </a:solidFill>
          <a:ln w="19050">
            <a:solidFill>
              <a:srgbClr val="2E7D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7D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 now follows DynamoDB's pagination cursor and sums every page. Locked in by a three-page test (500 + 500 + 214 = 1,214) and re-verified against the live deployed table.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2026-07-24T07:12:02Z</dcterms:created>
  <dcterms:modified xsi:type="dcterms:W3CDTF">2026-07-24T07:12:02Z</dcterms:modified>
</cp:coreProperties>
</file>