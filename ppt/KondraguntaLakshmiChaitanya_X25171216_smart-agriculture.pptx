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F513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Agriculture Field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Kondragunta Lakshmi Chaitanya   ·   X25171216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Fixed-schedule field checks reveal a dry root zone, an overnight frost, or a fungal-risk humidity spell only after the damage is done.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120640" y="4023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&lt; 20%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&lt; 3 °C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120640" y="5029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 &gt; 90%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6A99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types · 2–4 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6A99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alerts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queue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1F513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/ window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FF4EC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edge — only compact 10-second window summaries cross into the cloud.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smart-agriculture-field-monitor.s3.us-east-1.amazonaws.com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streaming five signals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moisture, temperature, humidity, light and rainfall live on Field-1 and Field-2, freshest reading about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 with the alert band drawn 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Soil-moisture, temperature and humidity charts show each field's live series against its threshold band, so you can see how close it is to an alert.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fires the moment a rule trips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field's soil moisture below 20% and the irrigation-needed banner appears within one ten-second window.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defect the emulator hid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FF4EC"/>
          </a:solidFill>
          <a:ln w="19050">
            <a:solidFill>
              <a:srgbClr val="E0A8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8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totalled its stored records with a single DynamoDB scan, which silently caps at ~1 MB. All 39 tests and the full emulator run passed, so the undercount only surfaced on the real AWS account — no error, just a smaller number.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FF4EC"/>
          </a:solidFill>
          <a:ln w="19050">
            <a:solidFill>
              <a:srgbClr val="2E7D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DynamoDB's pagination cursor and sums every page. Locked in by a three-page test (500 + 500 + 214 = 1,214) and re-verified against the live deployed table.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2026-07-24T07:37:27Z</dcterms:created>
  <dcterms:modified xsi:type="dcterms:W3CDTF">2026-07-24T07:37:27Z</dcterms:modified>
</cp:coreProperties>
</file>