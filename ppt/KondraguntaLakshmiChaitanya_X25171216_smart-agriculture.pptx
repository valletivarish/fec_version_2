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Agriculture Field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Kondragunta Lakshmi Chaitanya   ·   X25171216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Fixed-schedule field checks reveal a dry root zone, an overnight frost, or a fungal-risk humidity spell only after the damage is done.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58368" y="39776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&lt; 20%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39776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&lt; 3 °C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39776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&gt; 90%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9050">
            <a:solidFill>
              <a:srgbClr val="6A99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· 2–4 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alerts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edge — only compact 10-second window summaries cross into the cloud.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smart-agriculture-field-monitor.s3.us-east-1.amazonaws.com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node, queue, Lambda and end-to-end freshness all report healthy — freshest reading ~2 s 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field readings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Per-sensor panels and trend charts with threshold bands on two fields, plus the active-alert banner.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under load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300-message burst was absorbed in 4.5 s, every message stored; 39 automated tests pass.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defect the emulator hid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10698480" cy="1600200"/>
          </a:xfrm>
          <a:prstGeom prst="roundRect">
            <a:avLst>
              <a:gd name="adj" fmla="val 5714"/>
            </a:avLst>
          </a:prstGeom>
          <a:solidFill>
            <a:srgbClr val="1D3323"/>
          </a:solidFill>
          <a:ln w="15875">
            <a:solidFill>
              <a:srgbClr val="E0A8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671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6243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totalled its stored records with a single DynamoDB scan, which silently caps at ~1 MB. All 39 tests and the full emulator run passed, so the undercount only surfaced on the real AWS account — no error, just a smaller number.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886200"/>
            <a:ext cx="10698480" cy="1600200"/>
          </a:xfrm>
          <a:prstGeom prst="roundRect">
            <a:avLst>
              <a:gd name="adj" fmla="val 5714"/>
            </a:avLst>
          </a:prstGeom>
          <a:solidFill>
            <a:srgbClr val="1D3323"/>
          </a:solidFill>
          <a:ln w="15875">
            <a:solidFill>
              <a:srgbClr val="6A9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087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9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54456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DynamoDB's pagination cursor and sums every page. Locked in by a three-page test (500 + 500 + 214 = 1,214) and re-verified against the live deployed table.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2026-07-24T06:08:39Z</dcterms:created>
  <dcterms:modified xsi:type="dcterms:W3CDTF">2026-07-24T06:08:39Z</dcterms:modified>
</cp:coreProperties>
</file>