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Agriculture Field Monitoring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58368" y="2148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Kondragunta Lakshmi Chaitanya   ·   X25171216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C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Fixed-schedule field checks reveal a dry root zone, an overnight frost, or a fungal-risk humidity spell only after the damage is done.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5836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0351F"/>
          </a:solidFill>
          <a:ln w="12700">
            <a:solidFill>
              <a:srgbClr val="E0A8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&lt; 20%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3872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0351F"/>
          </a:solidFill>
          <a:ln w="12700">
            <a:solidFill>
              <a:srgbClr val="E0A8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872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&lt; 3 °C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19088" y="42062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0351F"/>
          </a:solidFill>
          <a:ln w="12700">
            <a:solidFill>
              <a:srgbClr val="E0A8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4206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&gt; 90%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&amp; Edge Computing (H9FECC)   ·   deployed live on AWS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 — Edge to Cloud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FF4EC"/>
          </a:solidFill>
          <a:ln w="19050">
            <a:solidFill>
              <a:srgbClr val="6A994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2670048"/>
            <a:ext cx="201168" cy="201168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sensors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792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· 2–4 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31136" y="3154680"/>
            <a:ext cx="258409" cy="0"/>
          </a:xfrm>
          <a:prstGeom prst="line">
            <a:avLst/>
          </a:prstGeom>
          <a:noFill/>
          <a:ln w="25400">
            <a:solidFill>
              <a:srgbClr val="6A994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07833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FF4EC"/>
          </a:solidFill>
          <a:ln w="19050">
            <a:solidFill>
              <a:srgbClr val="6A99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93633" y="2670048"/>
            <a:ext cx="201168" cy="201168"/>
          </a:xfrm>
          <a:prstGeom prst="ellipse">
            <a:avLst/>
          </a:prstGeom>
          <a:solidFill>
            <a:srgbClr val="6A994E"/>
          </a:solidFill>
          <a:ln/>
        </p:spPr>
      </p:sp>
      <p:sp>
        <p:nvSpPr>
          <p:cNvPr id="10" name="Text 8"/>
          <p:cNvSpPr/>
          <p:nvPr/>
        </p:nvSpPr>
        <p:spPr>
          <a:xfrm>
            <a:off x="2462113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489545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windows · edge alerts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8889" y="3154680"/>
            <a:ext cx="258409" cy="0"/>
          </a:xfrm>
          <a:prstGeom prst="line">
            <a:avLst/>
          </a:prstGeom>
          <a:noFill/>
          <a:ln w="25400">
            <a:solidFill>
              <a:srgbClr val="6A994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558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FF4EC"/>
          </a:solidFill>
          <a:ln w="19050">
            <a:solidFill>
              <a:srgbClr val="1F51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61387" y="2670048"/>
            <a:ext cx="201168" cy="201168"/>
          </a:xfrm>
          <a:prstGeom prst="ellipse">
            <a:avLst/>
          </a:prstGeom>
          <a:solidFill>
            <a:srgbClr val="1F5130"/>
          </a:solidFill>
          <a:ln/>
        </p:spPr>
      </p:sp>
      <p:sp>
        <p:nvSpPr>
          <p:cNvPr id="15" name="Text 13"/>
          <p:cNvSpPr/>
          <p:nvPr/>
        </p:nvSpPr>
        <p:spPr>
          <a:xfrm>
            <a:off x="4329867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SQS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357299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queue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6643" y="3154680"/>
            <a:ext cx="258409" cy="0"/>
          </a:xfrm>
          <a:prstGeom prst="line">
            <a:avLst/>
          </a:prstGeom>
          <a:noFill/>
          <a:ln w="25400">
            <a:solidFill>
              <a:srgbClr val="6A994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43340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FF4EC"/>
          </a:solidFill>
          <a:ln w="19050">
            <a:solidFill>
              <a:srgbClr val="1F51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29140" y="2670048"/>
            <a:ext cx="201168" cy="201168"/>
          </a:xfrm>
          <a:prstGeom prst="ellipse">
            <a:avLst/>
          </a:prstGeom>
          <a:solidFill>
            <a:srgbClr val="1F5130"/>
          </a:solidFill>
          <a:ln/>
        </p:spPr>
      </p:sp>
      <p:sp>
        <p:nvSpPr>
          <p:cNvPr id="20" name="Text 18"/>
          <p:cNvSpPr/>
          <p:nvPr/>
        </p:nvSpPr>
        <p:spPr>
          <a:xfrm>
            <a:off x="6197620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25052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python3.12 ingest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34396" y="3154680"/>
            <a:ext cx="258409" cy="0"/>
          </a:xfrm>
          <a:prstGeom prst="line">
            <a:avLst/>
          </a:prstGeom>
          <a:noFill/>
          <a:ln w="25400">
            <a:solidFill>
              <a:srgbClr val="6A994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11094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FF4EC"/>
          </a:solidFill>
          <a:ln w="19050">
            <a:solidFill>
              <a:srgbClr val="1F51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96894" y="2670048"/>
            <a:ext cx="201168" cy="201168"/>
          </a:xfrm>
          <a:prstGeom prst="ellipse">
            <a:avLst/>
          </a:prstGeom>
          <a:solidFill>
            <a:srgbClr val="1F5130"/>
          </a:solidFill>
          <a:ln/>
        </p:spPr>
      </p:sp>
      <p:sp>
        <p:nvSpPr>
          <p:cNvPr id="25" name="Text 23"/>
          <p:cNvSpPr/>
          <p:nvPr/>
        </p:nvSpPr>
        <p:spPr>
          <a:xfrm>
            <a:off x="8065374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092806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/ window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02150" y="3154680"/>
            <a:ext cx="258409" cy="0"/>
          </a:xfrm>
          <a:prstGeom prst="line">
            <a:avLst/>
          </a:prstGeom>
          <a:noFill/>
          <a:ln w="25400">
            <a:solidFill>
              <a:srgbClr val="6A994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78847" y="246888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FF4EC"/>
          </a:solidFill>
          <a:ln w="19050">
            <a:solidFill>
              <a:srgbClr val="2E7D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664647" y="2670048"/>
            <a:ext cx="201168" cy="201168"/>
          </a:xfrm>
          <a:prstGeom prst="ellipse">
            <a:avLst/>
          </a:prstGeom>
          <a:solidFill>
            <a:srgbClr val="2E7D46"/>
          </a:solidFill>
          <a:ln/>
        </p:spPr>
      </p:sp>
      <p:sp>
        <p:nvSpPr>
          <p:cNvPr id="30" name="Text 28"/>
          <p:cNvSpPr/>
          <p:nvPr/>
        </p:nvSpPr>
        <p:spPr>
          <a:xfrm>
            <a:off x="9933127" y="292608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GW + S3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960559" y="33101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3977640"/>
            <a:ext cx="34405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5587" y="3977640"/>
            <a:ext cx="71760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5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5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readings never leave the edge — only compact 10-second window summaries cross into the cloud.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smart-agriculture-field-monitor.s3.us-east-1.amazonaws.com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685800" cy="685800"/>
          </a:xfrm>
          <a:prstGeom prst="ellipse">
            <a:avLst/>
          </a:prstGeom>
          <a:solidFill>
            <a:srgbClr val="1F51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920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health, all green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234086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node, queue, Lambda and end-to-end freshness all report healthy — freshest reading ~2 s old.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685800" cy="685800"/>
          </a:xfrm>
          <a:prstGeom prst="ellipse">
            <a:avLst/>
          </a:prstGeom>
          <a:solidFill>
            <a:srgbClr val="1F513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337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field readings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91640" y="375818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Per-sensor panels and trend charts with threshold bands on two fields, plus the active-alert banner.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685800" cy="685800"/>
          </a:xfrm>
          <a:prstGeom prst="ellipse">
            <a:avLst/>
          </a:prstGeom>
          <a:solidFill>
            <a:srgbClr val="1F513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4754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under load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175504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300-message burst was absorbed in 4.5 s, every message stored; 39 automated tests pass.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9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live dashboard here — backup video ready.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Hardest Part — a defect the emulator hid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1D3323"/>
          </a:solidFill>
          <a:ln w="15875">
            <a:solidFill>
              <a:srgbClr val="E0A8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578608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totalled its stored records with a single DynamoDB scan, which silently caps at ~1 MB. All 39 tests and the full emulator run passed, so the undercount only surfaced on the real AWS account — no error, just a smaller number.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041648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1D3323"/>
          </a:solidFill>
          <a:ln w="15875">
            <a:solidFill>
              <a:srgbClr val="6A99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9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4700016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now follows DynamoDB's pagination cursor and sums every page. Locked in by a three-page test (500 + 500 + 214 = 1,214) and re-verified against the live deployed table.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2026-07-24T06:34:27Z</dcterms:created>
  <dcterms:modified xsi:type="dcterms:W3CDTF">2026-07-24T06:34:27Z</dcterms:modified>
</cp:coreProperties>
</file>