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513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6A99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streaming five signals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moisture, temperature, humidity, light and rainfall live on Field-1 and Field-2, freshest reading about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 with the alert band drawn 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Soil-moisture, temperature and humidity charts show each field's live series against its threshold band, so you can see how close it is to an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fires the moment a rule trips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field's soil moisture below 20% and the irrigation-needed banner appears within one ten-second window.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0A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2E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2026-07-24T07:05:04Z</dcterms:created>
  <dcterms:modified xsi:type="dcterms:W3CDTF">2026-07-24T07:05:04Z</dcterms:modified>
</cp:coreProperties>
</file>