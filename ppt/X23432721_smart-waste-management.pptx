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orbel"/>
              </a:rPr>
              <a:t>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4D5C7"/>
                </a:solidFill>
                <a:latin typeface="Calibri"/>
              </a:rPr>
              <a:t>A serverless fog and edge pipeline for condition-driven bin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Gundeti Sachin Reddy</a:t>
            </a:r>
          </a:p>
          <a:p>
            <a:pPr algn="ctr"/>
            <a:r>
              <a:rPr sz="1300" b="0" i="0">
                <a:solidFill>
                  <a:srgbClr val="AFC6B4"/>
                </a:solidFill>
                <a:latin typeface="Calibri"/>
              </a:rPr>
              <a:t>Student ID X23432721</a:t>
            </a:r>
          </a:p>
          <a:p>
            <a:pPr algn="ctr"/>
            <a:r>
              <a:rPr sz="1250" b="0" i="0">
                <a:solidFill>
                  <a:srgbClr val="AFC6B4"/>
                </a:solidFill>
                <a:latin typeface="Calibri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AFC6B4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F6B3A"/>
                </a:solidFill>
                <a:latin typeface="Corbel"/>
              </a:rPr>
              <a:t>Fixed Schedules Don't See Inside the Bin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Municipal waste collection runs on a fixed calendar, not on what is actually happening inside each bin.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Trucks roll out to bins that are not yet full, wasting collection runs.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Overflow, fire, gas build-up and tampering stay invisible until the next scheduled visit.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This project monitors two collection districts continuously, so the busiest bin is always collected first.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F6B3A"/>
                </a:solidFill>
                <a:latin typeface="Calibri"/>
              </a:rPr>
              <a:t>The four hazard rules this system watches live: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Overflow: collection is flagged the moment average fill passes 85%.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Fire risk: internal bin temperature averaging above 55 degrees Celsius.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Gas build-up: odour or gas level exceeding 400 ppm.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Tampering: lid opened more than 8 times in one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2F6B3A"/>
                </a:solidFill>
                <a:latin typeface="Corbel"/>
              </a:rPr>
              <a:t>How It Works: Aggregate at the Edge, Scale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Bin sensors: 10 simulated sensors, 5 types across 2 districts, each with its own sampling and dispatch rate.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Fog node on Amazon EC2: buffers readings, aggregates each time window, and fires hazard alerts locally.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Amazon SQS then AWS Lambda: one compact summary per window queues for the cloud where bursts are absorbed, then a queue-triggered ingest function scales with the backlog with no servers to size.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Amazon DynamoDB: every window stored, keyed by sensor type, window time and district.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Live dashboard: a static site on Amazon S3, with its API a second AWS Lambda behind Amazon API Gateway.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B3A"/>
                </a:solidFill>
                <a:latin typeface="Calibri"/>
              </a:rPr>
              <a:t>Only compact window summaries ever cross into the cloud; raw readings stay at the 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37269"/>
            <a:ext cx="5120640" cy="3333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F6B3A"/>
                </a:solidFill>
                <a:latin typeface="Corbel"/>
              </a:rPr>
              <a:t>Live on AWS: 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deployed dashboard, served from Amazon S3, captured during live verification.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115 automated tests pass across all four modules: sensors, fog, processor and dashboard, rerun after every fix.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4 of 4 health checks green: gateway, queue, Lambda and pipeline all healthy, with the freshest reading just 0.136 s old.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300-message burst drained: sent to the real queue at about 49 msg/s, and Lambda absorbed it before the follow-up check ran.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B3A"/>
                </a:solidFill>
                <a:latin typeface="Calibri"/>
              </a:rPr>
              <a:t>Two health polls 15 s apart: stored items climbed 4,083 to 4,093, genuinely live data, not a cache.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634"/>
            <a:ext cx="5120640" cy="43165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2F6B3A"/>
                </a:solidFill>
                <a:latin typeface="Corbel"/>
              </a:rPr>
              <a:t>Hardest Part: What Only the Real Cloud Revealed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What broke: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First real deployment: every DynamoDB and SQS call failed authentication across fog, processor and dashboard, while CloudFront and public Lambda Function URLs were blocked outright in the academy account.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Why it was hard: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All 115 tests and the full LocalStack integration run passed cleanly, so nothing pointed at the code.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The client swapped in hardcoded emulator credentials whenever an access-key variable was present, and real AWS always sets that variable.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The account blocks are undocumented and surface only as raw access-denied errors.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How it was solved: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Gate emulator credentials on the one truly local signal: the explicit LocalStack endpoint override.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Serve the API through Amazon API Gateway and the frontend from Amazon S3 over HTTPS.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32A26"/>
                </a:solidFill>
                <a:latin typeface="Calibri"/>
              </a:rPr>
              <a:t>Every fix was re-verified live: a real DynamoDB write and a real 200 through the gateway.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Lesson learned: an emulator pass is not a deployment pass; development, testing and deployment are three different activities.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F6B3A"/>
                </a:solidFill>
                <a:latin typeface="Corbel"/>
              </a:rPr>
              <a:t>Three Things This Project Proved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2F6B3A"/>
                </a:solidFill>
                <a:latin typeface="Calibri"/>
              </a:rPr>
              <a:t>Fog earns its place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Aggregating and alerting at the edge means only compact summaries cross into the cloud, not every raw reading.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F6B3A"/>
                </a:solidFill>
                <a:latin typeface="Calibri"/>
              </a:rPr>
              <a:t>Serverless scales itself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Amazon SQS, AWS Lambda and DynamoDB absorbed a 300-message burst with zero capacity planning.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F6B3A"/>
                </a:solidFill>
                <a:latin typeface="Calibri"/>
              </a:rPr>
              <a:t>Deploy for real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Three defects passed every local test and surfaced only on the live AWS deployment.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