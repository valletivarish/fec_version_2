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 Equipment Predictive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Vikas Reddy Amanagantti   ·   X25178849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743200"/>
            <a:ext cx="10241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walk-round reads each gauge once — but a machine fails across heat, vibration, bearing noise, speed and power at the same time, in the minutes between rounds.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 &gt; 95 °C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&gt; 7 mm/s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1,000–3,400 RPM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6C8A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6C8A9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units · 2 lines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6C8A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6C8A9A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alarms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aggregate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signal · site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4E6A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4E6A78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fire at the fog node — the cloud receives one compact aggregate per window, not a firehose of raw readings.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fei-frontend-964346251483.s3.us-east-1.amazonaws.com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gateway, queue, Lambda and data flow all report healthy, and every one of the five signal types lands in the datastore.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plant-floor readings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per signal with its current reading, real alarm limit and trend across two production lines, plus the health footer.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scales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automated tests pass across sensors, fog, processor and dashboard; a 2,000-message burst absorbed with 32 parallel senders.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sealing a window under concurrent writes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10698480" cy="1600200"/>
          </a:xfrm>
          <a:prstGeom prst="roundRect">
            <a:avLst>
              <a:gd name="adj" fmla="val 5714"/>
            </a:avLst>
          </a:prstGeom>
          <a:solidFill>
            <a:srgbClr val="24333D"/>
          </a:solidFill>
          <a:ln w="15875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671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A5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6243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arrive on several web-server threads while a timer seals the ten-second window on its own thread — and both touch the same buffer. Hold a lock across the whole close and every arriving reading stalls; drop it and a reading landing on the boundary is lost or double-counted.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3886200"/>
            <a:ext cx="10698480" cy="1600200"/>
          </a:xfrm>
          <a:prstGeom prst="roundRect">
            <a:avLst>
              <a:gd name="adj" fmla="val 5714"/>
            </a:avLst>
          </a:prstGeom>
          <a:solidFill>
            <a:srgbClr val="24333D"/>
          </a:solidFill>
          <a:ln w="15875">
            <a:solidFill>
              <a:srgbClr val="6C8A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0873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C8A9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454456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lock only long enough to swap the filled buffer aside and install an empty one, then run all aggregation and alarm evaluation on the swapped-out copy outside the lock. The hot ingest path never waits, and every reading still lands in exactly one window.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2026-07-24T06:16:53Z</dcterms:created>
  <dcterms:modified xsi:type="dcterms:W3CDTF">2026-07-24T06:16:53Z</dcterms:modified>
</cp:coreProperties>
</file>