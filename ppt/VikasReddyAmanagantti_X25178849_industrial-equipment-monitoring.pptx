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93192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0584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Industrial Equipment Predictive Monitoring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58368" y="28803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DD9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Vikas Reddy Amanagantti   ·   X25178849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8368" y="420624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walk-round reads each gauge once — but a machine fails across heat, vibration, bearing noise, speed and power at the same time, in the minutes between rounds.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58368" y="5724144"/>
            <a:ext cx="146304" cy="146304"/>
          </a:xfrm>
          <a:prstGeom prst="rect">
            <a:avLst/>
          </a:prstGeom>
          <a:solidFill>
            <a:srgbClr val="6C8A9A"/>
          </a:solidFill>
          <a:ln/>
        </p:spPr>
      </p:sp>
      <p:sp>
        <p:nvSpPr>
          <p:cNvPr id="7" name="Text 5"/>
          <p:cNvSpPr/>
          <p:nvPr/>
        </p:nvSpPr>
        <p:spPr>
          <a:xfrm>
            <a:off x="93268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temp &gt; 95 °C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38728" y="5724144"/>
            <a:ext cx="146304" cy="146304"/>
          </a:xfrm>
          <a:prstGeom prst="rect">
            <a:avLst/>
          </a:prstGeom>
          <a:solidFill>
            <a:srgbClr val="6C8A9A"/>
          </a:solidFill>
          <a:ln/>
        </p:spPr>
      </p:sp>
      <p:sp>
        <p:nvSpPr>
          <p:cNvPr id="9" name="Text 7"/>
          <p:cNvSpPr/>
          <p:nvPr/>
        </p:nvSpPr>
        <p:spPr>
          <a:xfrm>
            <a:off x="381304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&gt; 7 mm/s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19088" y="5724144"/>
            <a:ext cx="146304" cy="146304"/>
          </a:xfrm>
          <a:prstGeom prst="rect">
            <a:avLst/>
          </a:prstGeom>
          <a:solidFill>
            <a:srgbClr val="6C8A9A"/>
          </a:solidFill>
          <a:ln/>
        </p:spPr>
      </p:sp>
      <p:sp>
        <p:nvSpPr>
          <p:cNvPr id="11" name="Text 9"/>
          <p:cNvSpPr/>
          <p:nvPr/>
        </p:nvSpPr>
        <p:spPr>
          <a:xfrm>
            <a:off x="6693408" y="5577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1,000–3,400 RPM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6400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What I Built — Edge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2F4"/>
          </a:solidFill>
          <a:ln w="19050">
            <a:solidFill>
              <a:srgbClr val="6C8A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6C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units · 2 lines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6C8A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edge alarms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37474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2F4"/>
          </a:solidFill>
          <a:ln w="19050">
            <a:solidFill>
              <a:srgbClr val="3747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/ window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3747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keyed by signal · site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6C8A9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3747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Alarms fire at the fog node — the cloud receives one compact aggregate per window, not a firehose of raw readings.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E6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fei-frontend-964346251483.s3.us-east-1.amazonaws.com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per signal, per line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Vibration, motor temperature, bearing acoustic, rotation speed and power draw live on both production lines, each with its real alarm limit and a sparkline.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1440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two-sided speed rule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 speed is the one signal faulted at both ends — an underspeed alarm at 1,000 RPM and an overspeed at 3,400 — unlike the four single-limit signals.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17920" y="3401568"/>
            <a:ext cx="5303520" cy="2606040"/>
          </a:xfrm>
          <a:prstGeom prst="roundRect">
            <a:avLst>
              <a:gd name="adj" fmla="val 3509"/>
            </a:avLst>
          </a:prstGeom>
          <a:solidFill>
            <a:srgbClr val="EEF2F4"/>
          </a:solidFill>
          <a:ln w="15240">
            <a:solidFill>
              <a:srgbClr val="4E6A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2240" y="3675888"/>
            <a:ext cx="603504" cy="603504"/>
          </a:xfrm>
          <a:prstGeom prst="ellipse">
            <a:avLst/>
          </a:prstGeom>
          <a:solidFill>
            <a:srgbClr val="37474F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367588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92240" y="442569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active alarm on the floor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518464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F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Line-1 is firing a rotation-speed underspeed alarm right now, shown red on its card with the GATEWAY/QUEUE/LAMBDA/PIPELINE bar green below.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E2A33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Hardest Part — sealing a window under concurrent writes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F0A5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A5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arrive on several web-server threads while a timer seals the ten-second window on its own thread — and both touch the same buffer. Hold a lock across the whole close and every arriving reading stalls; drop it and a reading landing on the boundary is lost or double-counted.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2F4"/>
          </a:solidFill>
          <a:ln w="19050">
            <a:solidFill>
              <a:srgbClr val="4E6A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E6A7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E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lock only long enough to swap the filled buffer aside and install an empty one, then run all aggregation and alarm evaluation on the swapped-out copy outside the lock. The hot ingest path never waits, and every reading still lands in exactly one window.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747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2026-07-24T07:37:27Z</dcterms:created>
  <dcterms:modified xsi:type="dcterms:W3CDTF">2026-07-24T07:37:27Z</dcterms:modified>
</cp:coreProperties>
</file>