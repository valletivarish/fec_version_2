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40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EQUIPMENT PREDICTIVE MONITORING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146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Industrial Equipment Predictive Monitoring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58368" y="3703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C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Vikas Reddy Amanagantti   ·   X25178849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58368" y="4251960"/>
            <a:ext cx="10424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CDD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walk-round reads each gauge once — but a machine fails across heat, vibration, bearing noise, speed and power at the same time, in the minutes between rounds.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58368" y="562356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333D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56235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temp &gt; 95 °C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538728" y="562356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333D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38728" y="56235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 &gt; 7 mm/s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19088" y="562356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333D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9088" y="56235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1,000–3,400 RPM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58368" y="6400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I Built — Edge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200400" cy="3383280"/>
          </a:xfrm>
          <a:prstGeom prst="roundRect">
            <a:avLst>
              <a:gd name="adj" fmla="val 2857"/>
            </a:avLst>
          </a:prstGeom>
          <a:solidFill>
            <a:srgbClr val="EEF2F4"/>
          </a:solidFill>
          <a:ln w="19050">
            <a:solidFill>
              <a:srgbClr val="6C8A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6C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228600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6C8A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4323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sensors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8163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units · 2 lines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14400" y="352044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6C8A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66674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40507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windows · edge alarms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886200" y="3246120"/>
            <a:ext cx="502920" cy="0"/>
          </a:xfrm>
          <a:prstGeom prst="line">
            <a:avLst/>
          </a:prstGeom>
          <a:noFill/>
          <a:ln w="31750">
            <a:solidFill>
              <a:srgbClr val="37474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0" y="1554480"/>
            <a:ext cx="6949440" cy="3383280"/>
          </a:xfrm>
          <a:prstGeom prst="roundRect">
            <a:avLst>
              <a:gd name="adj" fmla="val 2703"/>
            </a:avLst>
          </a:prstGeom>
          <a:solidFill>
            <a:srgbClr val="EEF2F4"/>
          </a:solidFill>
          <a:ln w="19050">
            <a:solidFill>
              <a:srgbClr val="3747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69164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(serverless)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4632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37474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82803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aggregate / window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318504" y="3337560"/>
            <a:ext cx="164592" cy="0"/>
          </a:xfrm>
          <a:prstGeom prst="line">
            <a:avLst/>
          </a:prstGeom>
          <a:noFill/>
          <a:ln w="20320">
            <a:solidFill>
              <a:srgbClr val="6C8A9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49224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37474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7395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964424" y="3337560"/>
            <a:ext cx="164592" cy="0"/>
          </a:xfrm>
          <a:prstGeom prst="line">
            <a:avLst/>
          </a:prstGeom>
          <a:noFill/>
          <a:ln w="20320">
            <a:solidFill>
              <a:srgbClr val="6C8A9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3816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37474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9244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11987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keyed by signal · site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610344" y="3337560"/>
            <a:ext cx="164592" cy="0"/>
          </a:xfrm>
          <a:prstGeom prst="line">
            <a:avLst/>
          </a:prstGeom>
          <a:noFill/>
          <a:ln w="20320">
            <a:solidFill>
              <a:srgbClr val="6C8A9A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78408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4E6A7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3836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76579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Alarms fire at the fog node — the cloud receives one compact aggregate per window, not a firehose of raw readings.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6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fei-frontend-964346251483.s3.us-east-1.amazonaws.com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EF2F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1828800" y="1920240"/>
            <a:ext cx="0" cy="1051560"/>
          </a:xfrm>
          <a:prstGeom prst="line">
            <a:avLst/>
          </a:prstGeom>
          <a:noFill/>
          <a:ln w="25400">
            <a:solidFill>
              <a:srgbClr val="4E6A7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57400" y="187452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card per signal, per line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057400" y="231343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Vibration, motor temperature, bearing acoustic, rotation speed and power draw live on both production lines, each with its real alarm limit and a sparkline.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EF2F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5400" dirty="0"/>
          </a:p>
        </p:txBody>
      </p:sp>
      <p:sp>
        <p:nvSpPr>
          <p:cNvPr id="9" name="Shape 7"/>
          <p:cNvSpPr/>
          <p:nvPr/>
        </p:nvSpPr>
        <p:spPr>
          <a:xfrm>
            <a:off x="1828800" y="3383280"/>
            <a:ext cx="0" cy="1051560"/>
          </a:xfrm>
          <a:prstGeom prst="line">
            <a:avLst/>
          </a:prstGeom>
          <a:noFill/>
          <a:ln w="25400">
            <a:solidFill>
              <a:srgbClr val="4E6A7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57400" y="333756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two-sided speed rule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057400" y="377647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 speed is the one signal faulted at both ends — an underspeed alarm at 1,000 RPM and an overspeed at 3,400 — unlike the four single-limit signals.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0080" y="46634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EF2F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5400" dirty="0"/>
          </a:p>
        </p:txBody>
      </p:sp>
      <p:sp>
        <p:nvSpPr>
          <p:cNvPr id="13" name="Shape 11"/>
          <p:cNvSpPr/>
          <p:nvPr/>
        </p:nvSpPr>
        <p:spPr>
          <a:xfrm>
            <a:off x="1828800" y="4846320"/>
            <a:ext cx="0" cy="1051560"/>
          </a:xfrm>
          <a:prstGeom prst="line">
            <a:avLst/>
          </a:prstGeom>
          <a:noFill/>
          <a:ln w="25400">
            <a:solidFill>
              <a:srgbClr val="4E6A7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57400" y="48006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active alarm on the floor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057400" y="523951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Line-1 is firing a rotation-speed underspeed alarm right now, shown red on its card with the GATEWAY/QUEUE/LAMBDA/PIPELINE bar green below.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C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Hardest Part — sealing a window under concurrent writes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24333D"/>
          </a:solidFill>
          <a:ln w="15875">
            <a:solidFill>
              <a:srgbClr val="F0A5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A5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DD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posts arrive on several web-server threads while a timer seals the ten-second window on its own thread — and both touch the same buffer. Hold a lock across the whole close and every arriving reading stalls; drop it and a reading landing on the boundary is lost or double-counted.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24333D"/>
          </a:solidFill>
          <a:ln w="15875">
            <a:solidFill>
              <a:srgbClr val="6C8A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C8A9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DD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lock only long enough to swap the filled buffer aside and install an empty one, then run all aggregation and alarm evaluation on the swapped-out copy outside the lock. The hot ingest path never waits, and every reading still lands in exactly one window.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2026-07-24T07:00:28Z</dcterms:created>
  <dcterms:modified xsi:type="dcterms:W3CDTF">2026-07-24T07:00:28Z</dcterms:modified>
</cp:coreProperties>
</file>