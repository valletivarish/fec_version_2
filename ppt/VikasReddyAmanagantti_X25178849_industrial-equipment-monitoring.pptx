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signal, per 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two-sided speed rule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alarm on the floor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A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74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