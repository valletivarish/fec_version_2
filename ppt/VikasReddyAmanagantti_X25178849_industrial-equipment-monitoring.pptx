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37474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0584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Industrial Equipment Predictive Monitoring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58368" y="2880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DD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Vikas Reddy Amanagantti   ·   X25178849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420624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CDD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walk-round reads each gauge once — but a machine fails across heat, vibration, bearing noise, speed and power at the same time, in the minutes between rounds.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" y="55778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33D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55778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temp &gt; 95 °C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538728" y="55778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33D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38728" y="55778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&gt; 7 mm/s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19088" y="55778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33D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55778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1,000–3,400 RPM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6400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EEF2F4"/>
          </a:solidFill>
          <a:ln w="19050">
            <a:solidFill>
              <a:srgbClr val="6C8A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6C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6C8A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units · 2 lines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6C8A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edge alarms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37474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EE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747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aggregate / window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747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747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by signal · site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E6A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 fire at the fog node — the cloud receives one compact aggregate per window, not a firehose of raw readings.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6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fei-frontend-964346251483.s3.us-east-1.amazonaws.com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5240">
            <a:solidFill>
              <a:srgbClr val="4E6A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03704"/>
            <a:ext cx="621792" cy="621792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037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per signal, per line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28800" y="2450592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Vibration, motor temperature, bearing acoustic, rotation speed and power draw live on both production lines, each with its real alarm limit and a sparkline.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401568"/>
            <a:ext cx="5303520" cy="2606040"/>
          </a:xfrm>
          <a:prstGeom prst="roundRect">
            <a:avLst>
              <a:gd name="adj" fmla="val 3509"/>
            </a:avLst>
          </a:prstGeom>
          <a:solidFill>
            <a:srgbClr val="EEF2F4"/>
          </a:solidFill>
          <a:ln w="15240">
            <a:solidFill>
              <a:srgbClr val="4E6A7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675888"/>
            <a:ext cx="603504" cy="603504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758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442569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two-sided speed rule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1846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speed is the one signal faulted at both ends — an underspeed alarm at 1,000 RPM and an overspeed at 3,400 — unlike the four single-limit signals.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17920" y="3401568"/>
            <a:ext cx="5303520" cy="2606040"/>
          </a:xfrm>
          <a:prstGeom prst="roundRect">
            <a:avLst>
              <a:gd name="adj" fmla="val 3509"/>
            </a:avLst>
          </a:prstGeom>
          <a:solidFill>
            <a:srgbClr val="EEF2F4"/>
          </a:solidFill>
          <a:ln w="15240">
            <a:solidFill>
              <a:srgbClr val="4E6A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3675888"/>
            <a:ext cx="603504" cy="603504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36758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492240" y="442569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active alarm on the floor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92240" y="51846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Line-1 is firing a rotation-speed underspeed alarm right now, shown red on its card with the GATEWAY/QUEUE/LAMBDA/PIPELINE bar green below.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sealing a window under concurrent writes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2F4"/>
          </a:solidFill>
          <a:ln w="19050">
            <a:solidFill>
              <a:srgbClr val="F0A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A5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posts arrive on several web-server threads while a timer seals the ten-second window on its own thread — and both touch the same buffer. Hold a lock across the whole close and every arriving reading stalls; drop it and a reading landing on the boundary is lost or double-counted.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2F4"/>
          </a:solidFill>
          <a:ln w="19050">
            <a:solidFill>
              <a:srgbClr val="4E6A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E6A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lock only long enough to swap the filled buffer aside and install an empty one, then run all aggregation and alarm evaluation on the swapped-out copy outside the lock. The hot ingest path never waits, and every reading still lands in exactly one window.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37474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2026-07-24T07:20:53Z</dcterms:created>
  <dcterms:modified xsi:type="dcterms:W3CDTF">2026-07-24T07:20:53Z</dcterms:modified>
</cp:coreProperties>
</file>