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400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INDUSTRIAL EQUIPMENT PREDICTIVE MONITORING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2514600"/>
            <a:ext cx="10972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Industrial Equipment Predictive Monitoring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658368" y="3703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C8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Vikas Reddy Amanagantti   ·   X25178849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58368" y="4251960"/>
            <a:ext cx="104241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800" dirty="0">
                <a:solidFill>
                  <a:srgbClr val="CDD9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walk-round reads each gauge once — but a machine fails across heat, vibration, bearing noise, speed and power at the same time, in the minutes between rounds.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58368" y="562356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26333D"/>
          </a:solidFill>
          <a:ln w="12700">
            <a:solidFill>
              <a:srgbClr val="F0A5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562356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 temp &gt; 95 °C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3538728" y="562356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26333D"/>
          </a:solidFill>
          <a:ln w="12700">
            <a:solidFill>
              <a:srgbClr val="F0A5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38728" y="562356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Vibration &gt; 7 mm/s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419088" y="562356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26333D"/>
          </a:solidFill>
          <a:ln w="12700">
            <a:solidFill>
              <a:srgbClr val="F0A5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19088" y="562356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 1,000–3,400 RPM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658368" y="6400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&amp; Edge Computing (H9FECC)   ·   deployed live on AWS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A3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What I Built — Edge to Cloud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3200400" cy="3383280"/>
          </a:xfrm>
          <a:prstGeom prst="roundRect">
            <a:avLst>
              <a:gd name="adj" fmla="val 2857"/>
            </a:avLst>
          </a:prstGeom>
          <a:solidFill>
            <a:srgbClr val="EEF2F4"/>
          </a:solidFill>
          <a:ln w="19050">
            <a:solidFill>
              <a:srgbClr val="6C8A9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69164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300" kern="0" dirty="0">
                <a:solidFill>
                  <a:srgbClr val="6C8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14400" y="2286000"/>
            <a:ext cx="265176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5240">
            <a:solidFill>
              <a:srgbClr val="6C8A9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432304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sensors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14400" y="281635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units · 2 lines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914400" y="3520440"/>
            <a:ext cx="265176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5240">
            <a:solidFill>
              <a:srgbClr val="6C8A9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3666744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node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" y="405079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 windows · edge alarms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886200" y="3246120"/>
            <a:ext cx="502920" cy="0"/>
          </a:xfrm>
          <a:prstGeom prst="line">
            <a:avLst/>
          </a:prstGeom>
          <a:noFill/>
          <a:ln w="31750">
            <a:solidFill>
              <a:srgbClr val="37474F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572000" y="1554480"/>
            <a:ext cx="6949440" cy="3383280"/>
          </a:xfrm>
          <a:prstGeom prst="roundRect">
            <a:avLst>
              <a:gd name="adj" fmla="val 2703"/>
            </a:avLst>
          </a:prstGeom>
          <a:solidFill>
            <a:srgbClr val="EEF2F4"/>
          </a:solidFill>
          <a:ln w="19050">
            <a:solidFill>
              <a:srgbClr val="37474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0" y="1691640"/>
            <a:ext cx="6949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(serverless)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846320" y="265176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5240">
            <a:solidFill>
              <a:srgbClr val="37474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00600" y="29077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SQS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828032" y="3401568"/>
            <a:ext cx="1499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aggregate / window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318504" y="3337560"/>
            <a:ext cx="164592" cy="0"/>
          </a:xfrm>
          <a:prstGeom prst="line">
            <a:avLst/>
          </a:prstGeom>
          <a:noFill/>
          <a:ln w="20320">
            <a:solidFill>
              <a:srgbClr val="6C8A9A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492240" y="265176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5240">
            <a:solidFill>
              <a:srgbClr val="37474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46520" y="29077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Lambda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473952" y="3401568"/>
            <a:ext cx="1499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java17 ingest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7964424" y="3337560"/>
            <a:ext cx="164592" cy="0"/>
          </a:xfrm>
          <a:prstGeom prst="line">
            <a:avLst/>
          </a:prstGeom>
          <a:noFill/>
          <a:ln w="20320">
            <a:solidFill>
              <a:srgbClr val="6C8A9A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8138160" y="265176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5240">
            <a:solidFill>
              <a:srgbClr val="37474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092440" y="29077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8119872" y="3401568"/>
            <a:ext cx="1499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keyed by signal · site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9610344" y="3337560"/>
            <a:ext cx="164592" cy="0"/>
          </a:xfrm>
          <a:prstGeom prst="line">
            <a:avLst/>
          </a:prstGeom>
          <a:noFill/>
          <a:ln w="20320">
            <a:solidFill>
              <a:srgbClr val="6C8A9A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9784080" y="265176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5240">
            <a:solidFill>
              <a:srgbClr val="4E6A7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738360" y="29077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GW + S3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9765792" y="3401568"/>
            <a:ext cx="1499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dashboard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40080" y="52578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Alarms fire at the fog node — the cloud receives one compact aggregate per window, not a firehose of raw readings.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A3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Live Demo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58368" y="1143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E6A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fei-frontend-964346251483.s3.us-east-1.amazonaws.com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73736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EF2F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</a:t>
            </a:r>
            <a:endParaRPr lang="en-US" sz="5400" dirty="0"/>
          </a:p>
        </p:txBody>
      </p:sp>
      <p:sp>
        <p:nvSpPr>
          <p:cNvPr id="5" name="Shape 3"/>
          <p:cNvSpPr/>
          <p:nvPr/>
        </p:nvSpPr>
        <p:spPr>
          <a:xfrm>
            <a:off x="1828800" y="1920240"/>
            <a:ext cx="0" cy="1051560"/>
          </a:xfrm>
          <a:prstGeom prst="line">
            <a:avLst/>
          </a:prstGeom>
          <a:noFill/>
          <a:ln w="25400">
            <a:solidFill>
              <a:srgbClr val="4E6A7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057400" y="187452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card per signal, per line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2057400" y="2313432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F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Vibration, motor temperature, bearing acoustic, rotation speed and power draw live on both production lines, each with its real alarm limit and a sparkline.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40080" y="320040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EF2F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2</a:t>
            </a:r>
            <a:endParaRPr lang="en-US" sz="5400" dirty="0"/>
          </a:p>
        </p:txBody>
      </p:sp>
      <p:sp>
        <p:nvSpPr>
          <p:cNvPr id="9" name="Shape 7"/>
          <p:cNvSpPr/>
          <p:nvPr/>
        </p:nvSpPr>
        <p:spPr>
          <a:xfrm>
            <a:off x="1828800" y="3383280"/>
            <a:ext cx="0" cy="1051560"/>
          </a:xfrm>
          <a:prstGeom prst="line">
            <a:avLst/>
          </a:prstGeom>
          <a:noFill/>
          <a:ln w="25400">
            <a:solidFill>
              <a:srgbClr val="4E6A7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057400" y="333756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two-sided speed rule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2057400" y="3776472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F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Rotation speed is the one signal faulted at both ends — an underspeed alarm at 1,000 RPM and an overspeed at 3,400 — unlike the four single-limit signals.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640080" y="466344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EF2F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3</a:t>
            </a:r>
            <a:endParaRPr lang="en-US" sz="5400" dirty="0"/>
          </a:p>
        </p:txBody>
      </p:sp>
      <p:sp>
        <p:nvSpPr>
          <p:cNvPr id="13" name="Shape 11"/>
          <p:cNvSpPr/>
          <p:nvPr/>
        </p:nvSpPr>
        <p:spPr>
          <a:xfrm>
            <a:off x="1828800" y="4846320"/>
            <a:ext cx="0" cy="1051560"/>
          </a:xfrm>
          <a:prstGeom prst="line">
            <a:avLst/>
          </a:prstGeom>
          <a:noFill/>
          <a:ln w="25400">
            <a:solidFill>
              <a:srgbClr val="4E6A7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057400" y="480060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active alarm on the floor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2057400" y="5239512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F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Line-1 is firing a rotation-speed underspeed alarm right now, shown red on its card with the GATEWAY/QUEUE/LAMBDA/PIPELINE bar green below.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C8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to the live dashboard here — backup video ready.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E2A3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Hardest Part — sealing a window under concurrent writes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1920240"/>
            <a:ext cx="10698480" cy="1965960"/>
          </a:xfrm>
          <a:prstGeom prst="roundRect">
            <a:avLst>
              <a:gd name="adj" fmla="val 4651"/>
            </a:avLst>
          </a:prstGeom>
          <a:solidFill>
            <a:srgbClr val="EEF2F4"/>
          </a:solidFill>
          <a:ln w="19050">
            <a:solidFill>
              <a:srgbClr val="F0A5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05840" y="21031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0A5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Problem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1005840" y="2578608"/>
            <a:ext cx="9966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E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 posts arrive on several web-server threads while a timer seals the ten-second window on its own thread — and both touch the same buffer. Hold a lock across the whole close and every arriving reading stalls; drop it and a reading landing on the boundary is lost or double-counted.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4041648"/>
            <a:ext cx="10698480" cy="1965960"/>
          </a:xfrm>
          <a:prstGeom prst="roundRect">
            <a:avLst>
              <a:gd name="adj" fmla="val 4651"/>
            </a:avLst>
          </a:prstGeom>
          <a:solidFill>
            <a:srgbClr val="EEF2F4"/>
          </a:solidFill>
          <a:ln w="19050">
            <a:solidFill>
              <a:srgbClr val="4E6A7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422452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E6A7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Solution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005840" y="4700016"/>
            <a:ext cx="9966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E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the lock only long enough to swap the filled buffer aside and install an empty one, then run all aggregation and alarm evaluation on the swapped-out copy outside the lock. The hot ingest path never waits, and every reading still lands in exactly one window.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2026-07-24T07:05:04Z</dcterms:created>
  <dcterms:modified xsi:type="dcterms:W3CDTF">2026-07-24T07:05:04Z</dcterms:modified>
</cp:coreProperties>
</file>