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10504" y="73152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10504" y="73152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1F3F6B"/>
                </a:solidFill>
                <a:latin typeface="Constantia"/>
              </a:rPr>
              <a:t>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Port Container Terminal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77639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0C9D5"/>
                </a:solidFill>
                <a:latin typeface="Georgia"/>
              </a:rPr>
              <a:t>Two-berth quayside safety monitor: fog windowing turns ten live sensor streams into crane, wind and cold-chain alerts, deployed live on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9204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Uday Kiran Reddy Dodda</a:t>
            </a:r>
          </a:p>
          <a:p>
            <a:pPr algn="ctr"/>
            <a:r>
              <a:rPr sz="1300" b="0" i="0">
                <a:solidFill>
                  <a:srgbClr val="A9B6C6"/>
                </a:solidFill>
                <a:latin typeface="Georgia"/>
              </a:rPr>
              <a:t>Student ID X25166484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Why Manual Checks Fail at the Quayside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berths feed ten live sensor streams: crane load, container stacks, wind, occupancy and reefer temperature.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Sensors sample every 2 to 4 seconds, but a manual walk-round sees each berth only minutes apart.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dangerous moments are transient: one gust over the wind limit, one overloaded lift, one reefer drifting warm.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paper log catches these after the fact, when the crane, the cargo or the cold chain is already at risk.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All four limits below are the fog node's real, code-defined alert rules.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34 knots: average wind speed that halts all crane lifts.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32,000 kg: average crane load flagged as overload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-10 degrees Celsius: a reefer running warmer breaches the cold chain.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90 percent: berth occupancy that raises a congestion alert.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How It Works: Sensors to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Berth sensors: 10 units across 2 berths feed a fog node that windows, aggregates and raises alerts.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publishes one batched message per cycle to Amazon SQS, which triggers an AWS Lambda for serverless ingest into DynamoDB's time-ordered store.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dashboard on Amazon S3 with API Gateway serves the live view.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At the edge: every ten-second window collapses the raw readings into one aggregate per sensor per berth, and the safety rules fire right there, so raw noise never leaves the terminal.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To the cloud: the whole pipeline is verified end to end locally with Docker and an AWS emulator, and the same stack deploys to real AWS in a single scripted step.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69776"/>
            <a:ext cx="4937760" cy="28670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dashboard, served from Amazon S3 through API Gateway, captured live on the real AWS account.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4 of 4 pipeline health checks green: gateway, queue, Lambda and pipeline all live, with freshest data only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95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2,000-message burst absorbed: the load test drains fully through the queue while live berth data stays untouched.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370" y="1463040"/>
            <a:ext cx="4496619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ten seconds the fog node must close the current window and publish aggregates, while ten sensors keep posting new readings into the very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Lock the buffer and ingest stalls on every flush. Clear it naively and any reading that lands mid-drain is lost, or counted twice in the next window.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reading takes a numbered ticket on arrival. A flush snapshots the latest number as a boundary, then aggregates and removes only readings below it. Later arrivals roll into the next window: no locks, nothing lost, nothing counted twice.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At a flush, ticket-numbered readings below the boundary are sealed, aggregated and removed, while readings that arrived during the drain roll into the next window.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Backed by the fog module's 48 automated tests, including ingest exercised over a real HTTP server.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Fog windowing turns ten raw telemetry streams into a handful of meaningful safety signals before anything reaches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serverless backend, SQS, Lambda and DynamoDB, absorbed a 2,000-message burst with no servers to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3F6B"/>
                </a:solidFill>
                <a:latin typeface="Georgia"/>
              </a:rPr>
              <a:t>Every alert on screen traces to a real, code-defined threshold, verified end to end by 86 automated tests.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