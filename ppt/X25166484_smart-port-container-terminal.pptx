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280160"/>
            <a:ext cx="9445752" cy="4297680"/>
          </a:xfrm>
          <a:prstGeom prst="roundRect">
            <a:avLst/>
          </a:prstGeom>
          <a:solidFill>
            <a:srgbClr val="E4E7ED"/>
          </a:solidFill>
          <a:ln w="19050">
            <a:solidFill>
              <a:srgbClr val="1F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9445752" cy="146304"/>
          </a:xfrm>
          <a:prstGeom prst="rect">
            <a:avLst/>
          </a:prstGeom>
          <a:solidFill>
            <a:srgbClr val="1F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2103120"/>
            <a:ext cx="83210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F3F6B"/>
                </a:solidFill>
                <a:latin typeface="Constantia"/>
              </a:rPr>
              <a:t>Smart Port Container Terminal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383280"/>
            <a:ext cx="8321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C655F"/>
                </a:solidFill>
                <a:latin typeface="Georgia"/>
              </a:rPr>
              <a:t>Two-berth quayside safety monitor: fog windowing turns ten live sensor streams into crane, wind and cold-chain alerts, deployed live on AWS</a:t>
            </a:r>
          </a:p>
          <a:p>
            <a:pPr algn="ctr"/>
            <a:r>
              <a:rPr sz="1500" b="1">
                <a:solidFill>
                  <a:srgbClr val="232A26"/>
                </a:solidFill>
                <a:latin typeface="Georgia"/>
              </a:rPr>
              <a:t>Uday Kiran Reddy Dodda    Student ID X25166484</a:t>
            </a:r>
          </a:p>
          <a:p>
            <a:pPr algn="ctr"/>
            <a:r>
              <a:rPr sz="1200" b="0">
                <a:solidFill>
                  <a:srgbClr val="5C655F"/>
                </a:solidFill>
                <a:latin typeface="Georgia"/>
              </a:rPr>
              <a:t>Fog and Edge Computing (H9FECC), 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457200"/>
            <a:ext cx="11183112" cy="5943600"/>
          </a:xfrm>
          <a:prstGeom prst="roundRect">
            <a:avLst/>
          </a:prstGeom>
          <a:solidFill>
            <a:srgbClr val="E4E7ED"/>
          </a:solidFill>
          <a:ln w="15240">
            <a:solidFill>
              <a:srgbClr val="1F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3112" cy="640080"/>
          </a:xfrm>
          <a:prstGeom prst="rect">
            <a:avLst/>
          </a:prstGeom>
          <a:solidFill>
            <a:srgbClr val="1F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640080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onstantia"/>
              </a:rPr>
              <a:t>Why Manual Checks Fail at the Quayside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371600"/>
            <a:ext cx="10241280" cy="47548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Two berths feed ten live sensor streams: crane load, container stacks, wind, occupancy and reefer temperature.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Sensors sample every 2 to 4 seconds, but a manual walk-round sees each berth only minutes apart.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The dangerous moments are transient: one gust over the wind limit, one overloaded lift, one reefer drifting warm.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A paper log catches these after the fact, when the crane, the cargo or the cold chain is already at risk.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F6B"/>
                </a:solidFill>
                <a:latin typeface="Georgia"/>
              </a:rPr>
              <a:t>All four limits below are the fog node's real, code-defined alert rules.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34 knots: average wind speed that halts all crane lifts.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32,000 kg: average crane load flagged as overload risk.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-10 degrees Celsius: a reefer running warmer breaches the cold chain.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90 percent: berth occupancy that raises a congestion alert.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457200"/>
            <a:ext cx="11183112" cy="5943600"/>
          </a:xfrm>
          <a:prstGeom prst="roundRect">
            <a:avLst/>
          </a:prstGeom>
          <a:solidFill>
            <a:srgbClr val="E4E7ED"/>
          </a:solidFill>
          <a:ln w="15240">
            <a:solidFill>
              <a:srgbClr val="1F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3112" cy="640080"/>
          </a:xfrm>
          <a:prstGeom prst="rect">
            <a:avLst/>
          </a:prstGeom>
          <a:solidFill>
            <a:srgbClr val="1F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640080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onstantia"/>
              </a:rPr>
              <a:t>How It Works: Sensors to Live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371600"/>
            <a:ext cx="5394960" cy="475488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Berth sensors: 10 units across 2 berths feed a fog node that windows, aggregates and raises alerts.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The fog node publishes one batched message per cycle to Amazon SQS, which triggers an AWS Lambda for serverless ingest into DynamoDB's time-ordered store.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A dashboard on Amazon S3 with API Gateway serves the live view.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F6B"/>
                </a:solidFill>
                <a:latin typeface="Georgia"/>
              </a:rPr>
              <a:t>At the edge: every ten-second window collapses the raw readings into one aggregate per sensor per berth, and the safety rules fire right there, so raw noise never leaves the terminal.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To the cloud: the whole pipeline is verified end to end locally with Docker and an AWS emulator, and the same stack deploys to real AWS in a single scripted step.</a:t>
            </a:r>
          </a:p>
        </p:txBody>
      </p:sp>
      <p:pic>
        <p:nvPicPr>
          <p:cNvPr id="6" name="Picture 5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69776"/>
            <a:ext cx="4937760" cy="28670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457200"/>
            <a:ext cx="11183112" cy="5943600"/>
          </a:xfrm>
          <a:prstGeom prst="roundRect">
            <a:avLst/>
          </a:prstGeom>
          <a:solidFill>
            <a:srgbClr val="E4E7ED"/>
          </a:solidFill>
          <a:ln w="15240">
            <a:solidFill>
              <a:srgbClr val="1F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3112" cy="640080"/>
          </a:xfrm>
          <a:prstGeom prst="rect">
            <a:avLst/>
          </a:prstGeom>
          <a:solidFill>
            <a:srgbClr val="1F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640080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onstantia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371600"/>
            <a:ext cx="5394960" cy="475488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The deployed dashboard, served from Amazon S3 through API Gateway, captured live on the real AWS account.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3F6B"/>
                </a:solidFill>
                <a:latin typeface="Georgia"/>
              </a:rPr>
              <a:t>4 of 4 pipeline health checks green: gateway, queue, Lambda and pipeline all live, with freshest data only seconds old.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95 automated tests pass across the sensor, fog, processor and dashboard modules.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2,000-message burst absorbed: the load test drains fully through the queue while live berth data stays untouched.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370" y="1463040"/>
            <a:ext cx="449661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457200"/>
            <a:ext cx="11183112" cy="5943600"/>
          </a:xfrm>
          <a:prstGeom prst="roundRect">
            <a:avLst/>
          </a:prstGeom>
          <a:solidFill>
            <a:srgbClr val="E4E7ED"/>
          </a:solidFill>
          <a:ln w="15240">
            <a:solidFill>
              <a:srgbClr val="1F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3112" cy="640080"/>
          </a:xfrm>
          <a:prstGeom prst="rect">
            <a:avLst/>
          </a:prstGeom>
          <a:solidFill>
            <a:srgbClr val="1F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640080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onstantia"/>
              </a:rPr>
              <a:t>The Hardest Part and How It Was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371600"/>
            <a:ext cx="10241280" cy="47548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3F6B"/>
                </a:solidFill>
                <a:latin typeface="Georgia"/>
              </a:rPr>
              <a:t>The problem: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Every ten seconds the fog node must close the current window and publish aggregates, while ten sensors keep posting new readings into the very same buffer.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F6B"/>
                </a:solidFill>
                <a:latin typeface="Georgia"/>
              </a:rPr>
              <a:t>Why it is hard: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Lock the buffer and ingest stalls on every flush. Clear it naively and any reading that lands mid-drain is lost, or counted twice in the next window.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F6B"/>
                </a:solidFill>
                <a:latin typeface="Georgia"/>
              </a:rPr>
              <a:t>The fix: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Every reading takes a numbered ticket on arrival. A flush snapshots the latest number as a boundary, then aggregates and removes only readings below it. Later arrivals roll into the next window: no locks, nothing lost, nothing counted twice.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At a flush, ticket-numbered readings below the boundary are sealed, aggregated and removed, while readings that arrived during the drain roll into the next window.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Backed by the fog module's 48 automated tests, including ingest exercised over a real HTTP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502920" y="457200"/>
            <a:ext cx="11183112" cy="5943600"/>
          </a:xfrm>
          <a:prstGeom prst="roundRect">
            <a:avLst/>
          </a:prstGeom>
          <a:solidFill>
            <a:srgbClr val="E4E7ED"/>
          </a:solidFill>
          <a:ln w="15240">
            <a:solidFill>
              <a:srgbClr val="1F3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11183112" cy="640080"/>
          </a:xfrm>
          <a:prstGeom prst="rect">
            <a:avLst/>
          </a:prstGeom>
          <a:solidFill>
            <a:srgbClr val="1F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57200"/>
            <a:ext cx="10515600" cy="640080"/>
          </a:xfrm>
        </p:spPr>
        <p:txBody>
          <a:bodyPr wrap="square" anchor="ctr"/>
          <a:lstStyle/>
          <a:p>
            <a:pPr algn="l"/>
            <a:r>
              <a:rPr b="1" sz="2200">
                <a:solidFill>
                  <a:srgbClr val="FFFFFF"/>
                </a:solidFill>
                <a:latin typeface="Constantia"/>
              </a:rPr>
              <a:t>What This Project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" y="1371600"/>
            <a:ext cx="10241280" cy="475488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Fog windowing turns ten raw telemetry streams into a handful of meaningful safety signals before anything reaches the cloud.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The serverless backend, SQS, Lambda and DynamoDB, absorbed a 2,000-message burst with no servers to manage.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F3F6B"/>
                </a:solidFill>
                <a:latin typeface="Georgia"/>
              </a:rPr>
              <a:t>Every alert on screen traces to a real, code-defined threshold, verified end to end by 86 automated tests.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