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 RESORT AVALANCHE SAFETY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Ski Resort Avalanche Safety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Ebin Joseph   ·   X25142224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danger develops, peaks and passes in the gaps between patrol rounds — a seismic spike ahead of a slab release lasts only minutes and can pass entirely between two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halt &gt; 80 km/h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slopes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edge rules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Fog First, Cloud Second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slopes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record / slope / window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E82AC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mountain — only one compact summary per window travels to the cloud, with alerts already evaluated at the fog node.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2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ska-frontend-475393590440.s3.us-east-1.amazonaws.com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gauge per slope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Snowpack, snow temperature, wind, seismic vibration and lift chairs feed a per-slope risk gauge, updated every window.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lift-wind-halt alert on real data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Slope-a's gauge reads HIGH with wind at 111.8 km/h tripping the lift-wind-halt banner — no patrol involved.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 live before your eyes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climbs 0 to 569 records in about ninety seconds and keeps rising, so the board is genuinely live.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dashboard that lied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E4056"/>
          </a:solidFill>
          <a:ln w="15875">
            <a:solidFill>
              <a:srgbClr val="E4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8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real AWS, the health endpoint reported gateway, queue, Lambda and pipeline all true, curl returned live JSON, and the browser console showed zero errors and zero failed requests — yet every panel on the page stayed empty, indistinguishable from still loading. The API's responses carried no cross-origin header, so the browser silently blocked the S3 page's calls, and the polling loop swallowed each failure into a quiet retry.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E4056"/>
          </a:solidFill>
          <a:ln w="15875">
            <a:solidFill>
              <a:srgbClr val="5EA0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A0C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cross-origin header to every response the API Lambda returns, then redeploy and re-verify in a real browser until every panel filled with live data. New rule: a green health check proves the API works, but only a browser proves the user sees it.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2026-07-24T07:00:28Z</dcterms:created>
  <dcterms:modified xsi:type="dcterms:W3CDTF">2026-07-24T07:00:28Z</dcterms:modified>
</cp:coreProperties>
</file>