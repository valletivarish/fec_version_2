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Ski Resort Avalanche Safety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halt &gt; 80 km/h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slopes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3548"/>
          </a:solidFill>
          <a:ln w="12700">
            <a:solidFill>
              <a:srgbClr val="E4A8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edge rules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Fog First, Cloud Second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5EA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5EA0C4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1E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A0C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9"/>
          </a:solidFill>
          <a:ln w="19050">
            <a:solidFill>
              <a:srgbClr val="2E82A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2E82AC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mountain — only one compact summary per window travels to the cloud, with alerts already evaluated at the fog node.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2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four checks reporting true: gateway, queue, Lambda and pipeline.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slope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 risk gauge at HIGH with wind at 111.8 km/h tripping the lift-wind-halt banner; 0 to 569 records within ~90 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E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automated tests pass across sensors, fog, processor and dashboard.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dashboard that lied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E4056"/>
          </a:solidFill>
          <a:ln w="15875">
            <a:solidFill>
              <a:srgbClr val="E4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8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real AWS, the health endpoint reported gateway, queue, Lambda and pipeline all true, curl returned live JSON, and the browser console showed zero errors and zero failed requests — yet every panel on the page stayed empty, indistinguishable from still loading. The API's responses carried no cross-origin header, so the browser silently blocked the S3 page's calls, and the polling loop swallowed each failure into a quiet retry.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E4056"/>
          </a:solidFill>
          <a:ln w="15875">
            <a:solidFill>
              <a:srgbClr val="5EA0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A0C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cross-origin header to every response the API Lambda returns, then redeploy and re-verify in a real browser until every panel filled with live data. New rule: a green health check proves the API works, but only a browser proves the user sees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