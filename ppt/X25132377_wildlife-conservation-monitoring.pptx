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280160"/>
            <a:ext cx="9445752" cy="4297680"/>
          </a:xfrm>
          <a:prstGeom prst="roundRect">
            <a:avLst/>
          </a:prstGeom>
          <a:solidFill>
            <a:srgbClr val="E5EDE8"/>
          </a:solidFill>
          <a:ln w="1905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280160"/>
            <a:ext cx="9445752" cy="146304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20240" y="2103120"/>
            <a:ext cx="8321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2E6B46"/>
                </a:solidFill>
                <a:latin typeface="Cambria"/>
              </a:rPr>
              <a:t>Wildlife Conservation Habitat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3383280"/>
            <a:ext cx="8321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5C655F"/>
                </a:solidFill>
                <a:latin typeface="Georgia"/>
              </a:rPr>
              <a:t>A fog-to-serverless habitat monitoring pipeline, live on AWS</a:t>
            </a:r>
          </a:p>
          <a:p>
            <a:pPr algn="ctr"/>
            <a:r>
              <a:rPr sz="1500" b="1">
                <a:solidFill>
                  <a:srgbClr val="232A26"/>
                </a:solidFill>
                <a:latin typeface="Georgia"/>
              </a:rPr>
              <a:t>Hrishikesh Sajeev    Student ID X25132377</a:t>
            </a:r>
          </a:p>
          <a:p>
            <a:pPr algn="ctr"/>
            <a:r>
              <a:rPr sz="1200" b="0">
                <a:solidFill>
                  <a:srgbClr val="5C655F"/>
                </a:solidFill>
                <a:latin typeface="Georgia"/>
              </a:rPr>
              <a:t>Fog and Edge Computing (H9FECC), 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When patrols find out too 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Fixed patrols learn about events late: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poaching incident, a drying waterhole, or a sudden movement surge is discovered only when a patrol reaches that spot, not when it starts.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critical signals are short-lived: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gunshot-like acoustic spike lasts moments. Continuous sensing raises the alert as the window closes, while a ranger can still respond.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Too many feeds for manual checking: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Two reserves each stream five sensor types: motion, acoustics, waterhole level, temperature, and soil moisture,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thresholds that matter: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75 dB average acoustic level in a window flags possible gunshot or chainsaw activity.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waterhole level below 20 cm flags drought stress, checked every aggregation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four alert rules are evaluated at the fog node, on site, before anything reaches the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From the reserve to a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Ingest, from the sensors into the store: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Field sensors, 10 feeds across 2 reserves, reach the fog node, which windows, aggregates, and alerts, running at the reserve edge on EC2.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feeds an Amazon SQS aggregate queue, an AWS Lambda serverless ingest, and an Amazon DynamoDB readings store, all managed AWS services with no server to run.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Serve, the dashboard reads back: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An AWS Lambda dashboard API behind an Amazon API Gateway REST API reads the store.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live dashboard is served from Amazon S3: both reserves side by side, a field-station log, and live alert flags.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84182"/>
            <a:ext cx="4937760" cy="24382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Demonstration: live on AWS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 during the live browser check, served from the Amazon S3 frontend.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Measured on the live deployment: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4 of 4 pipeline health checks true: gateway, queue, Lambda, pipeline, with the freshest reading under 6 seconds old.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82 tests pass across all four modules: sensors, fog, backend processor, and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Stored readings climbed from 362 to 378 in 15 seconds during live verification, with alert flags tripping on real thresholds.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4151"/>
            <a:ext cx="4937760" cy="3838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The hardest part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A silent DynamoDB undercount that passed every local test.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dashboard's stored-readings count came from a single DynamoDB scan. One scan call returns only about 1 MB of data and hands back a cursor for the rest, so the count silently stops short, and no error is raised anywhere.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82 local tests and a full LocalStack integration run stayed green: a small local table fits in one page, so nothing could expose the missing pages. Only a real AWS table growing past that boundary makes the number wrong.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How it was solved: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count now follows the cursor page by page with the SDK's own paginator, locked in by a four-page regression test and re-verified against the live account. The same audit also caught unbatched SQS sends, now grouped ten per call.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local green lied: 82 of 82 local tests green, and the defect still shipped.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About 1 MB is all one scan call returns; the rest hides behind a pagination cursor.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1,287 items summed across four pages (400 plus 400 plus 400 plus 87) by the regression test that locks the fix 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5EDE8"/>
          </a:solidFill>
          <a:ln w="15240">
            <a:solidFill>
              <a:srgbClr val="2E6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ambria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Decide at the edge: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windows, aggregates, and raises alerts at the reserve itself, so only compact summaries ever cross to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Go serverless where it scales: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Lambda, DynamoDB, and API Gateway carry the backend: no server to patch, and cost only per request.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Deployment is the real test: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defects passed all 82 local tests and a full emulator run; only the live AWS account exposed them.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