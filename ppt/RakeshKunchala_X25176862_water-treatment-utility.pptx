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E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38328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1">
                <a:solidFill>
                  <a:srgbClr val="DFE8F1"/>
                </a:solidFill>
                <a:latin typeface="Cambria"/>
              </a:rPr>
              <a:t>Two plants; turbidity, pH, chlorine, flow, pressure; edge decisions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783080"/>
            <a:ext cx="704088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Water Treatment Utility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mbria"/>
              </a:rPr>
              <a:t>Rakesh Kunchala</a:t>
            </a:r>
          </a:p>
          <a:p>
            <a:pPr algn="l"/>
            <a:r>
              <a:rPr sz="1300" b="0" i="0">
                <a:solidFill>
                  <a:srgbClr val="BFD2E3"/>
                </a:solidFill>
                <a:latin typeface="Cambria"/>
              </a:rPr>
              <a:t>Student ID X25176862</a:t>
            </a:r>
          </a:p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-91440" y="6693408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0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Treatment quality moves second by second, and grab samples and periodic control-room rounds only ever see snapshots.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Ten sensor points across two plants stream turbidity, pH, chlorine, flow and pressure every 1 to 3 seconds, far faster than any manual round.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Transient events vanish into averages: a momentary pressure drop can mean a hydraulic fault even when the daily mean looks perfectly healthy.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This pipeline scores every 10-second window as it closes, so a violation raises an alert in seconds, not at the next scheduled check.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Two thresholds are checked against the window, never the average: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Low-pressure fault at &lt; 2 bar, checked against the window minimum, so a brief dip cannot hide.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Chlorine residual floor at &lt; 0.2 ppm, with an under-chlorination alert firing in the same window it happens.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-91440" y="6693408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0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How it works: intake to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At the plant,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Sensors: 10 field sensors across 2 plants.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node: 10-second windows, aggregate, alert gates.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SQS: one summary per window, batched.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Lambda: serverless ingest of each summary.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DynamoDB: time-series store of every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dashboard: served via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Verified end to end locally with Docker and an AWS emulator, and the same AWS SDK code deploys to real AWS in a single scripted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-91440" y="6693408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0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during the end-to-end local run: reading-by-plant matrix, compliance strips, cross-plant trends.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Lambda, and end-to-end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115 automated tests pass across sensors,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by the consumer.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39671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-91440" y="6693408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0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The hardest part: burst survival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Normal traffic is one summary every ten seconds. To claim scalability we fired 2,000 messages at the queue from 32 parallel workers, orders of magnitude above normal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From outside, a non-empty queue is ambiguous: a slow consumer and a dead one look identical. The emulator runs the Lambda in a single container, so drain time swings wildly, and a naive pass/fail test either flakes or lies.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two-tier check: first assert the queue really absorbed the burst, then require either a full drain in time or a backlog strictly below the post-burst peak. Decreasing numbers prove the consumer is alive and working, not stalled.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Queue backlog over the test: 2,000 after send, falling mid-test, 0 drained.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Strictly decreasing backlog means real progress, not a stall.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-91440" y="6693408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" y="0"/>
            <a:ext cx="12435840" cy="164592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Decide at the edge: alerts fire the moment a 10-second window closes, on site, with no round trip to the cloud before acting.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Ship summaries, not noise: one aggregate per window flows through Amazon SQS, AWS Lambda and DynamoDB, which is lean, cheap and durable.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Proven and portable: 115 tests pass, a 2,000-message burst drains, and one scripted step moves it onto real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pipeline runs end to end: intake, sensing, quality gates, cloud store, outflow.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