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Water Treatment Utility Monitoring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58368" y="2148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Rakesh Kunchala   ·   X25176862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2697480"/>
            <a:ext cx="10424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E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quality moves second by second, and a momentary pressure drop can mean a hydraulic fault even when the daily mean looks perfectly healthy — transient events vanish into averages.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&lt; 2 bar (min)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Chlorine &lt; 0.2 ppm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420624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43A40"/>
          </a:solidFill>
          <a:ln w="12700">
            <a:solidFill>
              <a:srgbClr val="E4A6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42062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A6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 score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Intake to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35024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plants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23113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07833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4FAA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2777" y="2633472"/>
            <a:ext cx="182880" cy="182880"/>
          </a:xfrm>
          <a:prstGeom prst="ellipse">
            <a:avLst/>
          </a:prstGeom>
          <a:solidFill>
            <a:srgbClr val="4FAAB6"/>
          </a:solidFill>
          <a:ln/>
        </p:spPr>
      </p:sp>
      <p:sp>
        <p:nvSpPr>
          <p:cNvPr id="10" name="Text 8"/>
          <p:cNvSpPr/>
          <p:nvPr/>
        </p:nvSpPr>
        <p:spPr>
          <a:xfrm>
            <a:off x="2480401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507833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gates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98889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7558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70531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5" name="Text 13"/>
          <p:cNvSpPr/>
          <p:nvPr/>
        </p:nvSpPr>
        <p:spPr>
          <a:xfrm>
            <a:off x="434815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37558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summary / window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66643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43340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8284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0" name="Text 18"/>
          <p:cNvSpPr/>
          <p:nvPr/>
        </p:nvSpPr>
        <p:spPr>
          <a:xfrm>
            <a:off x="6215908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43340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34396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11094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0F6E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06038" y="2633472"/>
            <a:ext cx="182880" cy="182880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25" name="Text 23"/>
          <p:cNvSpPr/>
          <p:nvPr/>
        </p:nvSpPr>
        <p:spPr>
          <a:xfrm>
            <a:off x="8083662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8111094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time-series store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702150" y="3154680"/>
            <a:ext cx="258409" cy="0"/>
          </a:xfrm>
          <a:prstGeom prst="line">
            <a:avLst/>
          </a:prstGeom>
          <a:noFill/>
          <a:ln w="25400">
            <a:solidFill>
              <a:srgbClr val="4FAAB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78847" y="246888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673791" y="2633472"/>
            <a:ext cx="182880" cy="182880"/>
          </a:xfrm>
          <a:prstGeom prst="ellipse">
            <a:avLst/>
          </a:prstGeom>
          <a:solidFill>
            <a:srgbClr val="1E8FA0"/>
          </a:solidFill>
          <a:ln/>
        </p:spPr>
      </p:sp>
      <p:sp>
        <p:nvSpPr>
          <p:cNvPr id="30" name="Text 28"/>
          <p:cNvSpPr/>
          <p:nvPr/>
        </p:nvSpPr>
        <p:spPr>
          <a:xfrm>
            <a:off x="9951415" y="2852928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9978847" y="3200400"/>
            <a:ext cx="1572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board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34405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FAA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75587" y="3977640"/>
            <a:ext cx="71760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ten-second window is scored as it closes, and thresholds are checked against the window minimum, never the average, so a brief dip cannot hide.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8F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wtu-frontend-824792629641.s3.us-east-1.amazonaws.com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reading-by-plant matrix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Turbidity, pH, chlorine, flow and pressure for both plants, with compliance strips showing each against its drinking-water limit.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pressure dip cannot hide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low-pressure rule reads the window minimum, not the average, so a momentary drop below 2 bar is flagged even when the mean looks healthy.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DF6F7"/>
          </a:solidFill>
          <a:ln w="15240">
            <a:solidFill>
              <a:srgbClr val="1E8F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0F6E7C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Cross-plant trends, live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67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trend charts run both plants side by side, so an under-chlorination drift is visible as it develops.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proving the queue drains under a burst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7"/>
          </a:solidFill>
          <a:ln w="19050">
            <a:solidFill>
              <a:srgbClr val="E4A6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4A63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traffic is one summary every ten seconds; to claim scalability I fired 2,000 messages at the queue from 32 parallel workers. But from outside, a non-empty queue is ambiguous — a slow consumer and a dead one look identical — and the emulator runs the Lambda in a single container, so drain time swings wildly and a naive pass/fail test either flakes or lies.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7"/>
          </a:solidFill>
          <a:ln w="19050">
            <a:solidFill>
              <a:srgbClr val="1E8F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8FA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two-tier check: first assert the queue really absorbed the burst, then require either a full drain in time or a backlog strictly below the post-burst peak. A strictly decreasing backlog proves the consumer is alive and working, not stalled — real progress, not a guess.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