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Water Treatment Utility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Rakesh Kunchala   ·   X25176862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quality moves second by second, and a momentary pressure drop can mean a hydraulic fault even when the daily mean looks perfectly healthy — transient events vanish into averages.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1E8F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&lt; 2 bar (min)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1E8F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Chlorine &lt; 0.2 ppm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1E8F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 score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Intake to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plants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gates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1E8F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1E8FA0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ten-second window is scored as it closes, and thresholds are checked against the window minimum, never the average, so a brief dip cannot hide.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wtu-frontend-824792629641.s3.us-east-1.amazonaws.com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reading-by-plant matrix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Turbidity, pH, chlorine, flow and pressure for both plants, with compliance strips showing each against its drinking-water limit.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pressure dip cannot hide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low-pressure rule reads the window minimum, not the average, so a momentary drop below 2 bar is flagged even when the mean looks healthy.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Cross-plant trends, live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trend charts run both plants side by side, so an under-chlorination drift is visible as it develops.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proving the queue drains under a burst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6F7"/>
          </a:solidFill>
          <a:ln w="19050">
            <a:solidFill>
              <a:srgbClr val="E4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6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traffic is one summary every ten seconds; to claim scalability I fired 2,000 messages at the queue from 32 parallel workers. But from outside, a non-empty queue is ambiguous — a slow consumer and a dead one look identical — and the emulator runs the Lambda in a single container, so drain time swings wildly and a naive pass/fail test either flakes or lies.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6F7"/>
          </a:solidFill>
          <a:ln w="19050">
            <a:solidFill>
              <a:srgbClr val="1E8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8FA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two-tier check: first assert the queue really absorbed the burst, then require either a full drain in time or a backlog strictly below the post-burst peak. A strictly decreasing backlog proves the consumer is alive and working, not stalled — real progress, not a guess.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2026-07-24T07:37:26Z</dcterms:created>
  <dcterms:modified xsi:type="dcterms:W3CDTF">2026-07-24T07:37:26Z</dcterms:modified>
</cp:coreProperties>
</file>