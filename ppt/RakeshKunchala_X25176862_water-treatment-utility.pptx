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&lt; 2 bar (min)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Chlorine &lt; 0.2 ppm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 score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1E8FA0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ten-second window is scored as it closes, and thresholds are checked against the window minimum, never the average, so a brief dip cannot hide.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Lambda and end-to-end pipeline all healthy on the live deployment.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compliance board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reading-by-plant matrix, compliance strips and cross-plant trends across two plants.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automated tests pass across sensors, fog, processor and dashboard; a 2,000-message burst absorbed and drained.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proving the queue drains under a burst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3F45"/>
          </a:solidFill>
          <a:ln w="15875">
            <a:solidFill>
              <a:srgbClr val="E4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6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is one summary every ten seconds; to claim scalability I fired 2,000 messages at the queue from 32 parallel workers. But from outside, a non-empty queue is ambiguous — a slow consumer and a dead one look identical — and the emulator runs the Lambda in a single container, so drain time swings wildly and a naive pass/fail test either flakes or lies.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3F45"/>
          </a:solidFill>
          <a:ln w="15875">
            <a:solidFill>
              <a:srgbClr val="4FAA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AAB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two-tier check: first assert the queue really absorbed the burst, then require either a full drain in time or a backlog strictly below the post-burst peak. A strictly decreasing backlog proves the consumer is alive and working, not stalled — real progress, not a guess.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