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Patient Vitals Remote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Venkat Bora   ·   X25164414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rounds are periodic, but deterioration is a trend — falling oxygen or a climbing heart rate develops over minutes, so a single reading in isolation can still look normal.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SpO₂ &lt; 92% alert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vitals · 2 patients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Bedside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4FA5B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patients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4FA5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clinical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0F6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aggregates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0F6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0F6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records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2A8F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2A8FA3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decisions happen at the bedside gateway; the cloud receives compact aggregates, not raw vital streams.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fpv-frontend-457516959142.s3.us-east-1.amazonaws.com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gateway online, queue reachable, Lambda deployed and windowed records archived — the whole chain live.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ward monitor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patients streaming five vitals, with a hypoxia banner firing on real data as SpO₂ crosses the 92% clinical trigger.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automated tests pass across the sensor, fog gateway, processor and dashboard modules.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bug no local test could catch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63B44"/>
          </a:solidFill>
          <a:ln w="15875">
            <a:solidFill>
              <a:srgbClr val="E561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15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gateway's queue publisher shipped with the emulator's fake access keys hard-coded into every connection. Locally everything worked — the emulator accepts any credentials, so all 41 tests and the end-to-end check stayed green — but on real AWS every send would be rejected the moment it deployed.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63B44"/>
          </a:solidFill>
          <a:ln w="15875">
            <a:solidFill>
              <a:srgbClr val="4FA5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A5B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keys are now attached only when an emulator endpoint is configured; on real AWS the SDK falls back to its own identity chain. A cloud-readiness audit caught two more emulator-only assumptions the same way, and new regression tests lock all three fixes in.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2026-07-24T06:34:27Z</dcterms:created>
  <dcterms:modified xsi:type="dcterms:W3CDTF">2026-07-24T06:34:27Z</dcterms:modified>
</cp:coreProperties>
</file>