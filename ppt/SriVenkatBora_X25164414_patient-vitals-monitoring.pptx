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0F6E7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280160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Patient Vitals Remote Monitoring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21208" y="539496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Venkat Bora   ·   X25164414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120640" y="1371600"/>
            <a:ext cx="6492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rounds are periodic, but deterioration is a trend — falling oxygen or a climbing heart rate develops over minutes, so a single reading in isolation can still look normal.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120640" y="4023360"/>
            <a:ext cx="2926080" cy="566928"/>
          </a:xfrm>
          <a:prstGeom prst="roundRect">
            <a:avLst>
              <a:gd name="adj" fmla="val 50000"/>
            </a:avLst>
          </a:prstGeom>
          <a:solidFill>
            <a:srgbClr val="163B44"/>
          </a:solidFill>
          <a:ln w="12700">
            <a:solidFill>
              <a:srgbClr val="E561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0" y="40233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56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SpO₂ &lt; 92% alert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120640" y="4709160"/>
            <a:ext cx="2926080" cy="566928"/>
          </a:xfrm>
          <a:prstGeom prst="roundRect">
            <a:avLst>
              <a:gd name="adj" fmla="val 50000"/>
            </a:avLst>
          </a:prstGeom>
          <a:solidFill>
            <a:srgbClr val="163B44"/>
          </a:solidFill>
          <a:ln w="12700">
            <a:solidFill>
              <a:srgbClr val="E561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0" y="47091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56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vitals · 2 patients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120640" y="5394960"/>
            <a:ext cx="2926080" cy="566928"/>
          </a:xfrm>
          <a:prstGeom prst="roundRect">
            <a:avLst>
              <a:gd name="adj" fmla="val 50000"/>
            </a:avLst>
          </a:prstGeom>
          <a:solidFill>
            <a:srgbClr val="163B44"/>
          </a:solidFill>
          <a:ln w="12700">
            <a:solidFill>
              <a:srgbClr val="E561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53949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56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 alert window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120640" y="6172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&amp; Edge Computing (H9FECC)   ·   deployed live on AWS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1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 Built — Bedside to Cloud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2468880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EEF6F7"/>
          </a:solidFill>
          <a:ln w="19050">
            <a:solidFill>
              <a:srgbClr val="4FA5B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35024" y="2633472"/>
            <a:ext cx="182880" cy="182880"/>
          </a:xfrm>
          <a:prstGeom prst="ellipse">
            <a:avLst/>
          </a:prstGeom>
          <a:solidFill>
            <a:srgbClr val="4FA5B3"/>
          </a:solidFill>
          <a:ln/>
        </p:spPr>
      </p:sp>
      <p:sp>
        <p:nvSpPr>
          <p:cNvPr id="5" name="Text 3"/>
          <p:cNvSpPr/>
          <p:nvPr/>
        </p:nvSpPr>
        <p:spPr>
          <a:xfrm>
            <a:off x="612648" y="285292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Bedside sensors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streams · 2 patients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31136" y="3154680"/>
            <a:ext cx="258409" cy="0"/>
          </a:xfrm>
          <a:prstGeom prst="line">
            <a:avLst/>
          </a:prstGeom>
          <a:noFill/>
          <a:ln w="25400">
            <a:solidFill>
              <a:srgbClr val="4FA5B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507833" y="2468880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EEF6F7"/>
          </a:solidFill>
          <a:ln w="19050">
            <a:solidFill>
              <a:srgbClr val="4FA5B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2777" y="2633472"/>
            <a:ext cx="182880" cy="182880"/>
          </a:xfrm>
          <a:prstGeom prst="ellipse">
            <a:avLst/>
          </a:prstGeom>
          <a:solidFill>
            <a:srgbClr val="4FA5B3"/>
          </a:solidFill>
          <a:ln/>
        </p:spPr>
      </p:sp>
      <p:sp>
        <p:nvSpPr>
          <p:cNvPr id="10" name="Text 8"/>
          <p:cNvSpPr/>
          <p:nvPr/>
        </p:nvSpPr>
        <p:spPr>
          <a:xfrm>
            <a:off x="2480401" y="285292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gateway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507833" y="320040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 windows · clinical rules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098889" y="3154680"/>
            <a:ext cx="258409" cy="0"/>
          </a:xfrm>
          <a:prstGeom prst="line">
            <a:avLst/>
          </a:prstGeom>
          <a:noFill/>
          <a:ln w="25400">
            <a:solidFill>
              <a:srgbClr val="4FA5B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375587" y="2468880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EEF6F7"/>
          </a:solidFill>
          <a:ln w="19050">
            <a:solidFill>
              <a:srgbClr val="0F6E7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70531" y="2633472"/>
            <a:ext cx="182880" cy="182880"/>
          </a:xfrm>
          <a:prstGeom prst="ellipse">
            <a:avLst/>
          </a:prstGeom>
          <a:solidFill>
            <a:srgbClr val="0F6E7E"/>
          </a:solidFill>
          <a:ln/>
        </p:spPr>
      </p:sp>
      <p:sp>
        <p:nvSpPr>
          <p:cNvPr id="15" name="Text 13"/>
          <p:cNvSpPr/>
          <p:nvPr/>
        </p:nvSpPr>
        <p:spPr>
          <a:xfrm>
            <a:off x="4348155" y="285292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SQS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375587" y="320040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batched aggregates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66643" y="3154680"/>
            <a:ext cx="258409" cy="0"/>
          </a:xfrm>
          <a:prstGeom prst="line">
            <a:avLst/>
          </a:prstGeom>
          <a:noFill/>
          <a:ln w="25400">
            <a:solidFill>
              <a:srgbClr val="4FA5B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243340" y="2468880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EEF6F7"/>
          </a:solidFill>
          <a:ln w="19050">
            <a:solidFill>
              <a:srgbClr val="0F6E7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38284" y="2633472"/>
            <a:ext cx="182880" cy="182880"/>
          </a:xfrm>
          <a:prstGeom prst="ellipse">
            <a:avLst/>
          </a:prstGeom>
          <a:solidFill>
            <a:srgbClr val="0F6E7E"/>
          </a:solidFill>
          <a:ln/>
        </p:spPr>
      </p:sp>
      <p:sp>
        <p:nvSpPr>
          <p:cNvPr id="20" name="Text 18"/>
          <p:cNvSpPr/>
          <p:nvPr/>
        </p:nvSpPr>
        <p:spPr>
          <a:xfrm>
            <a:off x="6215908" y="285292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243340" y="320040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nodejs20 ingest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834396" y="3154680"/>
            <a:ext cx="258409" cy="0"/>
          </a:xfrm>
          <a:prstGeom prst="line">
            <a:avLst/>
          </a:prstGeom>
          <a:noFill/>
          <a:ln w="25400">
            <a:solidFill>
              <a:srgbClr val="4FA5B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111094" y="2468880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EEF6F7"/>
          </a:solidFill>
          <a:ln w="19050">
            <a:solidFill>
              <a:srgbClr val="0F6E7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06038" y="2633472"/>
            <a:ext cx="182880" cy="182880"/>
          </a:xfrm>
          <a:prstGeom prst="ellipse">
            <a:avLst/>
          </a:prstGeom>
          <a:solidFill>
            <a:srgbClr val="0F6E7E"/>
          </a:solidFill>
          <a:ln/>
        </p:spPr>
      </p:sp>
      <p:sp>
        <p:nvSpPr>
          <p:cNvPr id="25" name="Text 23"/>
          <p:cNvSpPr/>
          <p:nvPr/>
        </p:nvSpPr>
        <p:spPr>
          <a:xfrm>
            <a:off x="8083662" y="285292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111094" y="320040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windowed records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702150" y="3154680"/>
            <a:ext cx="258409" cy="0"/>
          </a:xfrm>
          <a:prstGeom prst="line">
            <a:avLst/>
          </a:prstGeom>
          <a:noFill/>
          <a:ln w="25400">
            <a:solidFill>
              <a:srgbClr val="4FA5B3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978847" y="2468880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EEF6F7"/>
          </a:solidFill>
          <a:ln w="19050">
            <a:solidFill>
              <a:srgbClr val="2A8FA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673791" y="2633472"/>
            <a:ext cx="182880" cy="182880"/>
          </a:xfrm>
          <a:prstGeom prst="ellipse">
            <a:avLst/>
          </a:prstGeom>
          <a:solidFill>
            <a:srgbClr val="2A8FA3"/>
          </a:solidFill>
          <a:ln/>
        </p:spPr>
      </p:sp>
      <p:sp>
        <p:nvSpPr>
          <p:cNvPr id="30" name="Text 28"/>
          <p:cNvSpPr/>
          <p:nvPr/>
        </p:nvSpPr>
        <p:spPr>
          <a:xfrm>
            <a:off x="9951415" y="285292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GW + S3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9978847" y="320040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dashboard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0080" y="3977640"/>
            <a:ext cx="344052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A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375587" y="3977640"/>
            <a:ext cx="71760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5257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F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decisions happen at the bedside gateway; the cloud receives compact aggregates, not raw vital streams.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1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Live Demo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fpv-frontend-457516959142.s3.us-east-1.amazonaws.com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685800" cy="685800"/>
          </a:xfrm>
          <a:prstGeom prst="ellipse">
            <a:avLst/>
          </a:prstGeom>
          <a:solidFill>
            <a:srgbClr val="0F6E7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19202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patients, five vitals live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2340864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rate, SpO2, respiration, temperature and blood pressure streaming for both beds, each checked against its clinical limit as it lands.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" y="3383280"/>
            <a:ext cx="685800" cy="685800"/>
          </a:xfrm>
          <a:prstGeom prst="ellipse">
            <a:avLst/>
          </a:prstGeom>
          <a:solidFill>
            <a:srgbClr val="0F6E7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383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691640" y="33375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hypoxia alert on real data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91640" y="3758184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banner raises as Patient-1's SpO2 crosses the 92% trigger — captured live at 89.7% — not a scripted demo value.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1520" y="4800600"/>
            <a:ext cx="685800" cy="685800"/>
          </a:xfrm>
          <a:prstGeom prst="ellipse">
            <a:avLst/>
          </a:prstGeom>
          <a:solidFill>
            <a:srgbClr val="0F6E7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800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691640" y="47548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is genuinely live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91640" y="5175504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stored-record count climbs between refreshes and the freshest reading stays a couple of seconds old, so nothing here is cached.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FA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the live dashboard here — backup video ready.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Hardest Part — a bug no local test could catch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874520"/>
            <a:ext cx="5212080" cy="4160520"/>
          </a:xfrm>
          <a:prstGeom prst="roundRect">
            <a:avLst>
              <a:gd name="adj" fmla="val 2198"/>
            </a:avLst>
          </a:prstGeom>
          <a:solidFill>
            <a:srgbClr val="163B44"/>
          </a:solidFill>
          <a:ln w="15875">
            <a:solidFill>
              <a:srgbClr val="E561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5615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Problem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51560" y="265176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fog gateway's queue publisher shipped with the emulator's fake access keys hard-coded into every connection. Locally everything worked — the emulator accepts any credentials, so all 41 tests and the end-to-end check stayed green — but on real AWS every send would be rejected the moment it deployed.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5212080" cy="4160520"/>
          </a:xfrm>
          <a:prstGeom prst="roundRect">
            <a:avLst>
              <a:gd name="adj" fmla="val 2198"/>
            </a:avLst>
          </a:prstGeom>
          <a:solidFill>
            <a:srgbClr val="163B44"/>
          </a:solidFill>
          <a:ln w="15875">
            <a:solidFill>
              <a:srgbClr val="4FA5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FA5B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Solution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583680" y="265176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keys are now attached only when an emulator endpoint is configured; on real AWS the SDK falls back to its own identity chain. A cloud-readiness audit caught two more emulator-only assumptions the same way, and new regression tests lock all three fixes in.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2026-07-24T07:00:28Z</dcterms:created>
  <dcterms:modified xsi:type="dcterms:W3CDTF">2026-07-24T07:00:28Z</dcterms:modified>
</cp:coreProperties>
</file>