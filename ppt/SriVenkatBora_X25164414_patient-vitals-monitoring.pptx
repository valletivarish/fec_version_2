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0F6E7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Patient Vitals Remote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Venkat Bora   ·   X25164414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rounds are periodic, but deterioration is a trend — falling oxygen or a climbing heart rate develops over minutes, so a single reading in isolation can still look normal.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120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63B44"/>
          </a:solidFill>
          <a:ln w="12700">
            <a:solidFill>
              <a:srgbClr val="E561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SpO₂ &lt; 92% alert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120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63B44"/>
          </a:solidFill>
          <a:ln w="12700">
            <a:solidFill>
              <a:srgbClr val="E561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20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vitals · 2 patients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120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163B44"/>
          </a:solidFill>
          <a:ln w="12700">
            <a:solidFill>
              <a:srgbClr val="E561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Bedside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6F7"/>
          </a:solidFill>
          <a:ln w="19050">
            <a:solidFill>
              <a:srgbClr val="4FA5B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4FA5B3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patients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6F7"/>
          </a:solidFill>
          <a:ln w="19050">
            <a:solidFill>
              <a:srgbClr val="4FA5B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4FA5B3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clinical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6F7"/>
          </a:solidFill>
          <a:ln w="19050">
            <a:solidFill>
              <a:srgbClr val="0F6E7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aggregates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6F7"/>
          </a:solidFill>
          <a:ln w="19050">
            <a:solidFill>
              <a:srgbClr val="0F6E7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6F7"/>
          </a:solidFill>
          <a:ln w="19050">
            <a:solidFill>
              <a:srgbClr val="0F6E7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 records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6F7"/>
          </a:solidFill>
          <a:ln w="19050">
            <a:solidFill>
              <a:srgbClr val="2A8FA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2A8FA3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dashboard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FA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decisions happen at the bedside gateway; the cloud receives compact aggregates, not raw vital streams.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fpv-frontend-457516959142.s3.us-east-1.amazonaws.com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patients, five vitals live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rate, SpO2, respiration, temperature and blood pressure streaming for both beds, each checked against its clinical limit as it lands.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hypoxia alert on real data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banner raises as Patient-1's SpO2 crosses the 92% trigger — captured live at 89.7% — not a scripted demo value.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is genuinely live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climbs between refreshes and the freshest reading stays a couple of seconds old, so nothing here is cached.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A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a bug no local test could catch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6F7"/>
          </a:solidFill>
          <a:ln w="19050">
            <a:solidFill>
              <a:srgbClr val="E561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15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gateway's queue publisher shipped with the emulator's fake access keys hard-coded into every connection. Locally everything worked — the emulator accepts any credentials, so all 41 tests and the end-to-end check stayed green — but on real AWS every send would be rejected the moment it deployed.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6F7"/>
          </a:solidFill>
          <a:ln w="19050">
            <a:solidFill>
              <a:srgbClr val="2A8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8FA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keys are now attached only when an emulator endpoint is configured; on real AWS the SDK falls back to its own identity chain. A cloud-readiness audit caught two more emulator-only assumptions the same way, and new regression tests lock all three fixes in.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0F6E7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2026-07-24T07:05:04Z</dcterms:created>
  <dcterms:modified xsi:type="dcterms:W3CDTF">2026-07-24T07:05:04Z</dcterms:modified>
</cp:coreProperties>
</file>