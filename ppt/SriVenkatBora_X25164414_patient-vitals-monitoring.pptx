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0F6E7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28016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Patient Vitals Remote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21208" y="53949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Sri Venkat Bora   ·   X25164414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120640" y="137160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CFE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rounds are periodic, but deterioration is a trend — falling oxygen or a climbing heart rate develops over minutes, so a single reading in isolation can still look normal.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120640" y="402336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6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SpO₂ &lt; 92% alert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6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vitals · 2 patients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120640" y="50292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56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alert window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0" y="6172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Bedside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992728" y="123444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6F7"/>
          </a:solidFill>
          <a:ln w="17780">
            <a:solidFill>
              <a:srgbClr val="4FA5B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93896" y="1481328"/>
            <a:ext cx="164592" cy="164592"/>
          </a:xfrm>
          <a:prstGeom prst="ellipse">
            <a:avLst/>
          </a:prstGeom>
          <a:solidFill>
            <a:srgbClr val="4FA5B3"/>
          </a:solidFill>
          <a:ln/>
        </p:spPr>
      </p:sp>
      <p:sp>
        <p:nvSpPr>
          <p:cNvPr id="5" name="Text 3"/>
          <p:cNvSpPr/>
          <p:nvPr/>
        </p:nvSpPr>
        <p:spPr>
          <a:xfrm>
            <a:off x="4495648" y="12344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Bedside sensors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644488" y="12344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streams · 2 patients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095848" y="1892808"/>
            <a:ext cx="0" cy="219456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992728" y="2112264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6F7"/>
          </a:solidFill>
          <a:ln w="17780">
            <a:solidFill>
              <a:srgbClr val="4FA5B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93896" y="2359152"/>
            <a:ext cx="164592" cy="164592"/>
          </a:xfrm>
          <a:prstGeom prst="ellipse">
            <a:avLst/>
          </a:prstGeom>
          <a:solidFill>
            <a:srgbClr val="4FA5B3"/>
          </a:solidFill>
          <a:ln/>
        </p:spPr>
      </p:sp>
      <p:sp>
        <p:nvSpPr>
          <p:cNvPr id="10" name="Text 8"/>
          <p:cNvSpPr/>
          <p:nvPr/>
        </p:nvSpPr>
        <p:spPr>
          <a:xfrm>
            <a:off x="4495648" y="211226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644488" y="2112264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clinical rules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95848" y="2770632"/>
            <a:ext cx="0" cy="219456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992728" y="2990088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6F7"/>
          </a:solidFill>
          <a:ln w="17780">
            <a:solidFill>
              <a:srgbClr val="0F6E7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93896" y="3236976"/>
            <a:ext cx="164592" cy="164592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15" name="Text 13"/>
          <p:cNvSpPr/>
          <p:nvPr/>
        </p:nvSpPr>
        <p:spPr>
          <a:xfrm>
            <a:off x="4495648" y="299008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44488" y="299008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batched aggregates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95848" y="3648456"/>
            <a:ext cx="0" cy="219456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92728" y="3867912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6F7"/>
          </a:solidFill>
          <a:ln w="17780">
            <a:solidFill>
              <a:srgbClr val="0F6E7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93896" y="4114800"/>
            <a:ext cx="164592" cy="164592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20" name="Text 18"/>
          <p:cNvSpPr/>
          <p:nvPr/>
        </p:nvSpPr>
        <p:spPr>
          <a:xfrm>
            <a:off x="4495648" y="38679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644488" y="386791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nodejs20 ingest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95848" y="4526280"/>
            <a:ext cx="0" cy="219456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992728" y="4745736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6F7"/>
          </a:solidFill>
          <a:ln w="17780">
            <a:solidFill>
              <a:srgbClr val="0F6E7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93896" y="4992624"/>
            <a:ext cx="164592" cy="164592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25" name="Text 23"/>
          <p:cNvSpPr/>
          <p:nvPr/>
        </p:nvSpPr>
        <p:spPr>
          <a:xfrm>
            <a:off x="4495648" y="474573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644488" y="474573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windowed records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95848" y="5404104"/>
            <a:ext cx="0" cy="219456"/>
          </a:xfrm>
          <a:prstGeom prst="line">
            <a:avLst/>
          </a:prstGeom>
          <a:noFill/>
          <a:ln w="25400">
            <a:solidFill>
              <a:srgbClr val="4FA5B3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992728" y="562356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6F7"/>
          </a:solidFill>
          <a:ln w="17780">
            <a:solidFill>
              <a:srgbClr val="2A8FA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93896" y="5870448"/>
            <a:ext cx="164592" cy="164592"/>
          </a:xfrm>
          <a:prstGeom prst="ellipse">
            <a:avLst/>
          </a:prstGeom>
          <a:solidFill>
            <a:srgbClr val="2A8FA3"/>
          </a:solidFill>
          <a:ln/>
        </p:spPr>
      </p:sp>
      <p:sp>
        <p:nvSpPr>
          <p:cNvPr id="30" name="Text 28"/>
          <p:cNvSpPr/>
          <p:nvPr/>
        </p:nvSpPr>
        <p:spPr>
          <a:xfrm>
            <a:off x="4495648" y="56235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644488" y="5623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 dashboard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38248" y="1234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4FA5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438248" y="299008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0F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656168" y="2743200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F6E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decisions happen at the bedside gateway; the cloud receives compact aggregates, not raw vital streams.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31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A8F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fpv-frontend-457516959142.s3.us-east-1.amazonaws.com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EF6F7"/>
          </a:solidFill>
          <a:ln w="15240">
            <a:solidFill>
              <a:srgbClr val="2A8FA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48840"/>
            <a:ext cx="603504" cy="603504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patients, five vitals live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rate, SpO2, respiration, temperature and blood pressure streaming for both beds, each checked against its clinical limit as it lands.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EF6F7"/>
          </a:solidFill>
          <a:ln w="15240">
            <a:solidFill>
              <a:srgbClr val="2A8FA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603504" cy="603504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90872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hypoxia alert on real data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90872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banner raises as Patient-1's SpO2 crosses the 92% trigger — captured live at 89.7% — not a scripted demo value.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EF6F7"/>
          </a:solidFill>
          <a:ln w="15240">
            <a:solidFill>
              <a:srgbClr val="2A8FA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48840"/>
            <a:ext cx="603504" cy="603504"/>
          </a:xfrm>
          <a:prstGeom prst="ellipse">
            <a:avLst/>
          </a:prstGeom>
          <a:solidFill>
            <a:srgbClr val="0F6E7E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67344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pipeline is genuinely live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67344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A7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stored-record count climbs between refreshes and the freshest reading stays a couple of seconds old, so nothing here is cached.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2313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a bug no local test could catch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6F7"/>
          </a:solidFill>
          <a:ln w="19050">
            <a:solidFill>
              <a:srgbClr val="E561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5615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gateway's queue publisher shipped with the emulator's fake access keys hard-coded into every connection. Locally everything worked — the emulator accepts any credentials, so all 41 tests and the end-to-end check stayed green — but on real AWS every send would be rejected the moment it deployed.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6F7"/>
          </a:solidFill>
          <a:ln w="19050">
            <a:solidFill>
              <a:srgbClr val="2A8FA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8FA3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23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keys are now attached only when an emulator endpoint is configured; on real AWS the SDK falls back to its own identity chain. A cloud-readiness audit caught two more emulator-only assumptions the same way, and new regression tests lock all three fixes in.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2026-07-24T07:37:27Z</dcterms:created>
  <dcterms:modified xsi:type="dcterms:W3CDTF">2026-07-24T07:37:27Z</dcterms:modified>
</cp:coreProperties>
</file>