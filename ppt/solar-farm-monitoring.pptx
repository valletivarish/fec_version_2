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BAA563"/>
                </a:solidFill>
                <a:latin typeface="Constantia"/>
              </a:rPr>
              <a:t>Solar Farm Performance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7CFCB"/>
                </a:solidFill>
                <a:latin typeface="Georgia"/>
              </a:rPr>
              <a:t>An edge-to-cloud pipeline that watches two panel arrays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7B1A"/>
                </a:solidFill>
                <a:latin typeface="Constantia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110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2,000-message burst was pushed through the queue by 32 parallel senders in the load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236" y="1517904"/>
            <a:ext cx="381496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7B1A"/>
                </a:solidFill>
                <a:latin typeface="Constantia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Proven by a concurrent-writer stress test: nothing lost, nothing copied.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Prove it, then ship it: 110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