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E0D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Solar Farm Performance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E6D9BE"/>
                </a:solidFill>
                <a:latin typeface="Calibri"/>
              </a:rPr>
              <a:t>An edge-to-cloud pipeline that watches two panel arrays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110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was pushed through the queue by 32 parallel senders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236" y="1517904"/>
            <a:ext cx="381496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Proven by a concurrent-writer stress test: nothing lost, nothing copied.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1097280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Prove it, then ship it: 110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