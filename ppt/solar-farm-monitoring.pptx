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E0D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79084" y="1120139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79084" y="1120139"/>
            <a:ext cx="123444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A9791A"/>
                </a:solidFill>
                <a:latin typeface="Franklin Gothic Medium"/>
              </a:rPr>
              <a:t>SF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7840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Solar Farm Performance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E6D9BE"/>
                </a:solidFill>
                <a:latin typeface="Calibri"/>
              </a:rPr>
              <a:t>An edge-to-cloud pipeline that watches two panel arrays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DCC9A3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DCC9A3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problem: periodic checks miss slow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Solar panels lose conversion efficiency as they run hotter: an array's thermal health score falls from 100 at 45 °C to 0 at 72 °C, so heat quietly erodes output long before anything visibly breaks.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Dust builds up gradually: the system raises a cleaning alert once average soiling passes 25 percent, a slow drift that a scheduled walk-through will almost never time correctly.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A fault that appears between manual inspections keeps costing energy, silently, until someone happens to look at that array.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Panel temperature climbs from 45 to 72 °C, the range over which modelled output health slides from 100 down to 0.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 streams run across two arrays, each sampling every 2 to 5 seconds, far too much data to check by hand.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How it works: edge first, cloud second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sensors stream irradiance, panel temperature, inverter output, DC voltage and soiling across two arrays.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fog node buffers, windows, aggregates and raises alerts, producing one summary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 queues the window summaries for the backend.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 provides serverless ingest, triggered straight off the queue.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 stores the windowed records per array and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live dashboard on Amazon S3 and API Gateway shows the per-array efficiency heatmap.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Verified end to end locally: the whole pipeline runs on Docker with an AWS emulator standing in for SQS, Lambda and DynamoDB, and one scripted step deploys the identical pipeline to real AWS.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during a local end-to-end run: all four pipeline health checks up, the live efficiency heatmap and per-array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Threshold alerts cover thermal derate risk, inverter underperformance, undervoltage and cleaning required.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110 automated tests pass across sensors, fog node, backend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2,000-message burst was pushed through the queue by 32 parallel senders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236" y="1517904"/>
            <a:ext cx="381496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hardest part: a buffer that never sits still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Every few seconds the fog node must take everything buffered so far and aggregate it into window summaries, while ten sensors keep writing new readings into that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One shared buffer and one lock means aggregation blocks ingest. Copying the buffer under the lock stalls every sensor at every window; skipping the lock loses or double-counts readings. A textbook reader-writer race.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Double buffering uses two buffers, one live and one flushing. The lock is held only for an instant pointer swap of the two, so aggregation works on the swapped-out data while new readings flow into the fresh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flow: sensors write into the active buffer, a pointer swap under lock moves it to the flushing buffer, then the fog node aggregates and publishes.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Proven by a concurrent-writer stress test: nothing lost, nothing copied.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Push work to the edge: windowing and alerting at the fog node turn a constant stream of raw readings into one compact summary per window before anything leaves the site.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Keep the cloud serverless: Amazon SQS, AWS Lambda and DynamoDB absorbed a 2,000-message burst in the load test with nothing to provision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Prove it, then ship it: 110 automated tests plus a scripted end-to-end pipeline check, and a single scripted step to deploy the same stack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