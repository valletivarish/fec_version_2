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orbel"/>
              </a:rPr>
              <a:t>Public Transit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CDE5E6"/>
                </a:solidFill>
                <a:latin typeface="Verdana"/>
              </a:rPr>
              <a:t>Real-time bus telemetry from two depots, aggregated at the edge, stored serverlessly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B7D9DB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B7D9DB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5486400" cy="694944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Too much to watch by hand: five metrics per depot across two depots is ten continuous telemetry streams, far more than staff can reliably eyeball.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10 live telemetry streams.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4 safety alert rules at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2 depots, one shared fog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5486400" cy="694944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Bus sensors: engine temp, brake wear, passengers, fuel and speed, five streams per depot.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Fog gateway: windows and aggregates each stream, and checks four safety rules at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Queue (Amazon SQS): carries one compact aggregate per window, not raw readings.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AWS Lambda: serverless ingest that consumes the queue and batch-writes records.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Amazon DynamoDB: time-ordered store of per-window fleet records.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Live dashboard: per-depot fleet cards and trends, served by S3 and API Gateway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5486400" cy="694944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46634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4/4 health checks green: gateway, queue, Lambda,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869" y="1517904"/>
            <a:ext cx="45827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5486400" cy="694944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Why it is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The fix: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5486400" cy="694944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Serverless where it scales: Amazon SQS, AWS Lambda and DynamoDB absorb the fleet's writes with no servers to size, patch or babysit.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8A8F"/>
                </a:solidFill>
                <a:latin typeface="Verdana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