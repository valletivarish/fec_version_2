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196596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2194560"/>
            <a:ext cx="8165592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entury Gothic"/>
              </a:rPr>
              <a:t>Public Transit Fleet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069080"/>
            <a:ext cx="73426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 i="1">
                <a:solidFill>
                  <a:srgbClr val="CDE1DA"/>
                </a:solidFill>
                <a:latin typeface="Calibri"/>
              </a:rPr>
              <a:t>Real-time bus telemetry from two depots, aggregated at the edge, stored serverlessly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4892040"/>
            <a:ext cx="7799831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50" b="0" i="0">
                <a:solidFill>
                  <a:srgbClr val="B7D4CA"/>
                </a:solidFill>
                <a:latin typeface="Calibri"/>
              </a:rPr>
              <a:t>MSc in Cloud Computing   ·   Fog and Edge Computing (H9FECC)</a:t>
            </a:r>
          </a:p>
          <a:p>
            <a:pPr algn="r"/>
            <a:r>
              <a:rPr sz="1250" b="0" i="0">
                <a:solidFill>
                  <a:srgbClr val="B7D4CA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entury Gothic"/>
              </a:rPr>
              <a:t>Why periodic fleet checks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bus's condition changes minute by minute while it is on the road, but a depot inspection only sees the vehicle once it is parked.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Faults develop mid-route: engine overheating and brake wear build up during service, so by the evening walk-around the damage is hours old.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Some problems cannot wait: overcrowding and low fuel need a response now, not a line in the end-of-shift report.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Too much to watch by hand: five metrics per depot across two depots is ten continuous telemetry streams, far more than staff can reliably eyeball.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10 live telemetry streams.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4 safety alert rules at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2 depots, one shared fog gateway.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entury Gothic"/>
              </a:rPr>
              <a:t>How it works: edge to serverless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Bus sensors: engine temp, brake wear, passengers, fuel and speed, five streams per depot.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Fog gateway: windows and aggregates each stream, and checks four safety rules at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Queue (Amazon SQS): carries one compact aggregate per window, not raw readings.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Lambda: serverless ingest that consumes the queue and batch-writes records.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DynamoDB: time-ordered store of per-window fleet records.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Live dashboard: per-depot fleet cards and trends, served by S3 and API Gateway on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Verified end-to-end locally on Docker and LocalStack, an AWS emulator, and deploys to AWS with a single scripted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entury Gothic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5760720" cy="46634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Live dashboard during the local demo run: all four pipeline health checks green (top right) and a real overcrowding alert firing for depot-a.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130 automated tests pass across the four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 message burst absorbed in the load test, using 32 parallel workers.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4/4 health checks green: gateway, queue, Lambda,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177" y="1499616"/>
            <a:ext cx="4491085" cy="4480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entury Gothic"/>
              </a:rPr>
              <a:t>The hardest part and how it was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problem: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Ten sensor streams post readings to one fog gateway while, at the same moment, a timer thread drains the buffer to build the window aggregates. Every reading must survive that handover.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Why it is hard: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reading dropped in the race does not crash anything; the fleet averages are just silently wrong. And locking every insert fixes the race only by making ten senders queue behind each other.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fix: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Make ingest lock-free: each arriving reading is a single atomic enqueue, nothing else. All grouping by depot and sensor type is deferred to a one-thread drain at flush time.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Proven, not hoped: an automated stress test hammers the intake with 32 concurrent threads writing 200 readings each, and after the drain every one of the 6,400 readings is accounted for, with zero lost.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entury Gothic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Intelligence at the edge: the fog gateway windows, aggregates and alerts right next to the vehicles, while the cloud stores compact per-window summaries, not raw sensor noise.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Serverless where it scales: Amazon SQS, AWS Lambda and DynamoDB absorb the fleet's writes with no servers to size, patch or babysit.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Verified, then portable: 130 automated tests, an end-to-end verified pipeline, and a single scripted step from the local run to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1F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