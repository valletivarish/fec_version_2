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entury Gothic"/>
              </a:rPr>
              <a:t>Smart City Environmental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F1E5CD"/>
                </a:solidFill>
                <a:latin typeface="Verdana"/>
              </a:rPr>
              <a:t>Ten street sensors, one edge relay, one serverless cloud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8A1F"/>
                </a:solidFill>
                <a:latin typeface="Verdan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Each of ten street sensors reports one reading every 2 to 5 seconds continuously, and no manual process keeps up with that.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Each zone and metric leaves the street as one compact summary every ten seconds, alerts already attached.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61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Five alert rules fire live: congestion, air quality, noise, parking and low visibility.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48789"/>
            <a:ext cx="512064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ingest path stays lock-free; every reading now lands in exactly one window, guaranteed by the fence rather than a global 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entury Gothic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Correctness is proven, not assumed: 61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8A1F"/>
                </a:solidFill>
                <a:latin typeface="Verdan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