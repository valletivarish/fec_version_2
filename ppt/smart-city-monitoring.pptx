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Smart City Environmental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F1E5CD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5760720" cy="457200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40230"/>
            <a:ext cx="512064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61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