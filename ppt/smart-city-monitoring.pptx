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Smart City Environmental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D3D7E5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C0C5D9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C0C5D9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B4A8A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48789"/>
            <a:ext cx="512064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B4A8A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B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61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B4A8A"/>
                </a:solidFill>
                <a:latin typeface="Verdan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