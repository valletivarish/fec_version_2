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0" y="9144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0" b="1" i="0">
                <a:solidFill>
                  <a:srgbClr val="56639A"/>
                </a:solidFill>
                <a:latin typeface="Century Gothic"/>
              </a:rPr>
              <a:t>SC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7498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entury Gothic"/>
              </a:rPr>
              <a:t>Smart City Environmental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D3D7E5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C0C5D9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0C5D9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B4A8A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48789"/>
            <a:ext cx="512064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61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B4A8A"/>
                </a:solidFill>
                <a:latin typeface="Verdan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