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1E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463040" y="132588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1325880"/>
            <a:ext cx="1371600" cy="1371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4500" b="1">
                <a:solidFill>
                  <a:srgbClr val="1E4B72"/>
                </a:solidFill>
                <a:latin typeface="Georgia"/>
              </a:rPr>
              <a:t>WT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0"/>
            <a:ext cx="338328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DFE8F1"/>
                </a:solidFill>
                <a:latin typeface="Cambria"/>
              </a:rPr>
              <a:t>Two plants; turbidity, pH, chlorine, flow, pressure; edge decisions in seconds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737360"/>
            <a:ext cx="7040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</a:rPr>
              <a:t>Water Treatment Utility Monitoring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4297680"/>
            <a:ext cx="6858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BFD2E3"/>
                </a:solidFill>
                <a:latin typeface="Cambria"/>
              </a:rPr>
              <a:t>MSc in Cloud Computing   ·   Fog and Edge Computing (H9FECC)</a:t>
            </a:r>
          </a:p>
          <a:p>
            <a:pPr algn="l"/>
            <a:r>
              <a:rPr sz="1250" b="0" i="0">
                <a:solidFill>
                  <a:srgbClr val="BFD2E3"/>
                </a:solidFill>
                <a:latin typeface="Cambria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B6CA3"/>
                </a:solidFill>
                <a:latin typeface="Georgia"/>
              </a:rPr>
              <a:t>Why periodic checking fails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9402775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Treatment quality moves second by second, and grab samples and periodic control-room rounds only ever see snapshots.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Ten sensor points across two plants stream turbidity, pH, chlorine, flow and pressure every 1 to 3 seconds, far faster than any manual round.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Transient events vanish into averages: a momentary pressure drop can mean a hydraulic fault even when the daily mean looks perfectly healthy.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This pipeline scores every 10-second window as it closes, so a violation raises an alert in seconds, not at the next scheduled check.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B6CA3"/>
                </a:solidFill>
                <a:latin typeface="Cambria"/>
              </a:rPr>
              <a:t>Two thresholds are checked against the window, never the average: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Low-pressure fault at &lt; 2 bar, checked against the window minimum, so a brief dip cannot hide.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Chlorine residual floor at &lt; 0.2 ppm, with an under-chlorination alert firing in the same window it happens.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40135" y="0"/>
            <a:ext cx="1051560" cy="6858000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40135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25880"/>
            <a:ext cx="2926080" cy="36576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B6CA3"/>
                </a:solidFill>
                <a:latin typeface="Georgia"/>
              </a:rPr>
              <a:t>How it works: intake to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9402775" cy="484632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B6CA3"/>
                </a:solidFill>
                <a:latin typeface="Cambria"/>
              </a:rPr>
              <a:t>At the plant, edge: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Sensors: 10 field sensors across 2 plants.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Fog node: 10-second windows, aggregate, alert gates.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B6CA3"/>
                </a:solidFill>
                <a:latin typeface="Cambria"/>
              </a:rPr>
              <a:t>AWS cloud: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Amazon SQS: one summary per window, batched.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AWS Lambda: serverless ingest of each summary.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DynamoDB: time-series store of every window.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Live dashboard: served via S3 and API Gateway.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Verified end to end locally with Docker and an AWS emulator, and the same AWS SDK code deploys to real AWS in a single scripted step.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40135" y="0"/>
            <a:ext cx="1051560" cy="6858000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40135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25880"/>
            <a:ext cx="2926080" cy="36576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B6CA3"/>
                </a:solidFill>
                <a:latin typeface="Georgia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557784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Dashboard during the end-to-end local run: reading-by-plant matrix, compliance strips, cross-plant trends.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4 / 4 pipeline health checks green: gateway, queue, Lambda, and end-to-end pipeline.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107 automated tests pass across sensors, fog, processor and dashboard.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2,000 message burst absorbed by the queue and drained by the consumer.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40135" y="0"/>
            <a:ext cx="1051560" cy="6858000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40135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25880"/>
            <a:ext cx="2926080" cy="36576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450056"/>
            <a:ext cx="3824935" cy="268940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B6CA3"/>
                </a:solidFill>
                <a:latin typeface="Georgia"/>
              </a:rPr>
              <a:t>The hardest part: burst survival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9402775" cy="484632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B6CA3"/>
                </a:solidFill>
                <a:latin typeface="Cambria"/>
              </a:rPr>
              <a:t>The problem: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Normal traffic is one summary every ten seconds. To claim scalability we fired 2,000 messages at the queue from 32 parallel workers, orders of magnitude above normal load.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B6CA3"/>
                </a:solidFill>
                <a:latin typeface="Cambria"/>
              </a:rPr>
              <a:t>Why it was hard: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From outside, a non-empty queue is ambiguous: a slow consumer and a dead one look identical. The emulator runs the Lambda in a single container, so drain time swings wildly, and a naive pass/fail test either flakes or lies.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B6CA3"/>
                </a:solidFill>
                <a:latin typeface="Cambria"/>
              </a:rPr>
              <a:t>The fix: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A two-tier check: first assert the queue really absorbed the burst, then require either a full drain in time or a backlog strictly below the post-burst peak. Decreasing numbers prove the consumer is alive and working, not stalled.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Queue backlog over the test: 2,000 after send, falling mid-test, 0 drained.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Strictly decreasing backlog means real progress, not a stall.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40135" y="0"/>
            <a:ext cx="1051560" cy="6858000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40135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25880"/>
            <a:ext cx="2926080" cy="36576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B6CA3"/>
                </a:solidFill>
                <a:latin typeface="Georgia"/>
              </a:rPr>
              <a:t>What to take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9402775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Decide at the edge: alerts fire the moment a 10-second window closes, on site, with no round trip to the cloud before acting.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Ship summaries, not noise: one aggregate per window flows through Amazon SQS, AWS Lambda and DynamoDB, which is lean, cheap and durable.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B6CA3"/>
                </a:solidFill>
                <a:latin typeface="Cambria"/>
              </a:rPr>
              <a:t>Proven and portable: 107 tests pass, a 2,000-message burst drains, and one scripted step moves it onto real AWS.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The pipeline runs end to end: intake, sensing, quality gates, cloud store, outflow.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Thank you. 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40135" y="0"/>
            <a:ext cx="1051560" cy="6858000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40135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25880"/>
            <a:ext cx="2926080" cy="36576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