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77240"/>
            <a:ext cx="1106424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Smart City Operations Monitoring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658368" y="2971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Mohammed Hassan Ahmed   ·   X25100963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58368" y="361188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900" dirty="0">
                <a:solidFill>
                  <a:srgbClr val="CFD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pollution spikes and full car parks build and fade within minutes — between any two manual checks, the breach that matters happens after the clipboard leaves.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5836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 &gt; 35 µg/m³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353872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872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&gt; 75 dB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19088" y="507492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B2E3B"/>
          </a:solidFill>
          <a:ln w="12700">
            <a:solidFill>
              <a:srgbClr val="E0A43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9088" y="507492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0A4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alert window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8368" y="635508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What I Built — Street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200400" cy="3383280"/>
          </a:xfrm>
          <a:prstGeom prst="roundRect">
            <a:avLst>
              <a:gd name="adj" fmla="val 2857"/>
            </a:avLst>
          </a:prstGeom>
          <a:solidFill>
            <a:srgbClr val="EEF3F6"/>
          </a:solidFill>
          <a:ln w="19050">
            <a:solidFill>
              <a:srgbClr val="5E8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916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E8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28600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3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4323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sensors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81635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devices · 2 zones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914400" y="3520440"/>
            <a:ext cx="265176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5240">
            <a:solidFill>
              <a:srgbClr val="5E83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relay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405079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5 rules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502920" cy="0"/>
          </a:xfrm>
          <a:prstGeom prst="line">
            <a:avLst/>
          </a:prstGeom>
          <a:noFill/>
          <a:ln w="31750">
            <a:solidFill>
              <a:srgbClr val="1F3A4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0" y="1554480"/>
            <a:ext cx="6949440" cy="3383280"/>
          </a:xfrm>
          <a:prstGeom prst="roundRect">
            <a:avLst>
              <a:gd name="adj" fmla="val 2703"/>
            </a:avLst>
          </a:prstGeom>
          <a:solidFill>
            <a:srgbClr val="EEF3F6"/>
          </a:solidFill>
          <a:ln w="19050">
            <a:solidFill>
              <a:srgbClr val="1F3A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16916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(serverless)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4632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F3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0060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82803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queue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318504" y="3337560"/>
            <a:ext cx="164592" cy="0"/>
          </a:xfrm>
          <a:prstGeom prst="line">
            <a:avLst/>
          </a:prstGeom>
          <a:noFill/>
          <a:ln w="2032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49224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F3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7395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964424" y="3337560"/>
            <a:ext cx="164592" cy="0"/>
          </a:xfrm>
          <a:prstGeom prst="line">
            <a:avLst/>
          </a:prstGeom>
          <a:noFill/>
          <a:ln w="2032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13816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1F3A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9244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11987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store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610344" y="3337560"/>
            <a:ext cx="164592" cy="0"/>
          </a:xfrm>
          <a:prstGeom prst="line">
            <a:avLst/>
          </a:prstGeom>
          <a:noFill/>
          <a:ln w="20320">
            <a:solidFill>
              <a:srgbClr val="5E8399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784080" y="2651760"/>
            <a:ext cx="1463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5240">
            <a:solidFill>
              <a:srgbClr val="2E5E7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738360" y="2907792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765792" y="3401568"/>
            <a:ext cx="1499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dashboard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1F3A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are assessed beside the sensors — each zone leaves the street as one compact summary every ten seconds, alerts already attached.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5E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fsc-frontend-109730370597.s3.us-east-1.amazonaws.com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3F6"/>
          </a:solidFill>
          <a:ln w="15240">
            <a:solidFill>
              <a:srgbClr val="2E5E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48840"/>
            <a:ext cx="603504" cy="603504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zones, five street metrics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Traffic, air quality, noise, parking and visibility live for both city zones, with citywide trend charts.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3F6"/>
          </a:solidFill>
          <a:ln w="15240">
            <a:solidFill>
              <a:srgbClr val="2E5E7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48840"/>
            <a:ext cx="603504" cy="603504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90872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alert rules firing live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90872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Congestion, air-quality, noise, parking and low-visibility alerts each raise the instant a zone's window crosses its threshold.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977640"/>
          </a:xfrm>
          <a:prstGeom prst="roundRect">
            <a:avLst>
              <a:gd name="adj" fmla="val 2611"/>
            </a:avLst>
          </a:prstGeom>
          <a:solidFill>
            <a:srgbClr val="EEF3F6"/>
          </a:solidFill>
          <a:ln w="15240">
            <a:solidFill>
              <a:srgbClr val="2E5E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48840"/>
            <a:ext cx="603504" cy="603504"/>
          </a:xfrm>
          <a:prstGeom prst="ellipse">
            <a:avLst/>
          </a:prstGeom>
          <a:solidFill>
            <a:srgbClr val="1F3A4D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4884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67344" y="2898648"/>
            <a:ext cx="2953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PM2.5 breach on real data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67344" y="3657600"/>
            <a:ext cx="295351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250" dirty="0">
                <a:solidFill>
                  <a:srgbClr val="5E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quality tips over the 35 microgram limit on one zone and the air-quality alert appears within one ten-second window.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7232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Hardest Part — a silent race at the window swap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3F6"/>
          </a:solidFill>
          <a:ln w="19050">
            <a:solidFill>
              <a:srgbClr val="E0A43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0A43E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posts run on four parallel threads while a timer swaps the window buffer out for flushing. A reading landing mid-swap can be written into the retired buffer after the flush has already read it — and it simply vanishes. Nothing fails; one number is just quietly missing.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EF3F6"/>
          </a:solidFill>
          <a:ln w="19050">
            <a:solidFill>
              <a:srgbClr val="2E5E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E78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1723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buffer became a fenced generation: the flush closes the fence, waits for writers already inside to finish, then reads; a writer arriving after the fence retries into the fresh buffer. The ingest path stays lock-free and every reading lands in exactly one window.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2026-07-24T07:20:52Z</dcterms:created>
  <dcterms:modified xsi:type="dcterms:W3CDTF">2026-07-24T07:20:52Z</dcterms:modified>
</cp:coreProperties>
</file>