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9997135" y="-640080"/>
            <a:ext cx="2377440" cy="2011680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10820095" y="-822960"/>
            <a:ext cx="1828800" cy="1645920"/>
          </a:xfrm>
          <a:prstGeom prst="triangle">
            <a:avLst/>
          </a:prstGeom>
          <a:solidFill>
            <a:srgbClr val="00ACD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City Operations Monitoring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9997135" y="-640080"/>
            <a:ext cx="2377440" cy="2011680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10820095" y="-822960"/>
            <a:ext cx="1828800" cy="1645920"/>
          </a:xfrm>
          <a:prstGeom prst="triangle">
            <a:avLst/>
          </a:prstGeom>
          <a:solidFill>
            <a:srgbClr val="00ACD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 Built — Street to Cloud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1391869" cy="1965960"/>
          </a:xfrm>
          <a:prstGeom prst="round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Street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6309" y="2971800"/>
            <a:ext cx="1391869" cy="1965960"/>
          </a:xfrm>
          <a:prstGeom prst="round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Fog relay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5378" y="2971800"/>
            <a:ext cx="1391869" cy="19659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2971800"/>
            <a:ext cx="1391869" cy="19659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73517" y="2971800"/>
            <a:ext cx="1391869" cy="19659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22586" y="2971800"/>
            <a:ext cx="1391869" cy="19659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9997135" y="-640080"/>
            <a:ext cx="2377440" cy="2011680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10820095" y="-822960"/>
            <a:ext cx="1828800" cy="1645920"/>
          </a:xfrm>
          <a:prstGeom prst="triangle">
            <a:avLst/>
          </a:prstGeom>
          <a:solidFill>
            <a:srgbClr val="00ACD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514600"/>
            <a:ext cx="3301898" cy="35661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 zones, five street metrics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44898" y="2514600"/>
            <a:ext cx="3301898" cy="35661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alert rules firing live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2514600"/>
            <a:ext cx="3301898" cy="356616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PM2.5 breach on real data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9997135" y="-640080"/>
            <a:ext cx="2377440" cy="2011680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10820095" y="-822960"/>
            <a:ext cx="1828800" cy="1645920"/>
          </a:xfrm>
          <a:prstGeom prst="triangle">
            <a:avLst/>
          </a:prstGeom>
          <a:solidFill>
            <a:srgbClr val="00ACD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4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silent race at the window swap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90008" cy="365760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423160"/>
            <a:ext cx="5090008" cy="3657600"/>
          </a:xfrm>
          <a:prstGeom prst="roundRect">
            <a:avLst/>
          </a:prstGeom>
          <a:solidFill>
            <a:srgbClr val="565E80"/>
          </a:solidFill>
          <a:ln w="12700">
            <a:solidFill>
              <a:srgbClr val="6A72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AE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