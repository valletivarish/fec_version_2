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Smart City Operations Monitoring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2148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Hassan Ahmed   ·   X25100963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269748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Congestion, pollution spikes and full car parks build and fade within minutes — between any two manual checks, the breach that matters happens after the clipboard leaves.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42062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B2E3B"/>
          </a:solidFill>
          <a:ln w="12700">
            <a:solidFill>
              <a:srgbClr val="E0A4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&gt; 35 µg/m³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38728" y="42062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B2E3B"/>
          </a:solidFill>
          <a:ln w="12700">
            <a:solidFill>
              <a:srgbClr val="E0A4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8728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&gt; 75 dB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19088" y="42062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B2E3B"/>
          </a:solidFill>
          <a:ln w="12700">
            <a:solidFill>
              <a:srgbClr val="E0A4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 alert window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&amp; Edge Computing (H9FECC)   ·   deployed live on AWS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 Built — Street to Cloud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EF3F6"/>
          </a:solidFill>
          <a:ln w="19050">
            <a:solidFill>
              <a:srgbClr val="5E83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5880" y="2670048"/>
            <a:ext cx="201168" cy="201168"/>
          </a:xfrm>
          <a:prstGeom prst="ellipse">
            <a:avLst/>
          </a:prstGeom>
          <a:solidFill>
            <a:srgbClr val="5E8399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92608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sensors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792" y="331012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devices · 2 zones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31136" y="3154680"/>
            <a:ext cx="258409" cy="0"/>
          </a:xfrm>
          <a:prstGeom prst="line">
            <a:avLst/>
          </a:prstGeom>
          <a:noFill/>
          <a:ln w="25400">
            <a:solidFill>
              <a:srgbClr val="5E83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07833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EF3F6"/>
          </a:solidFill>
          <a:ln w="19050">
            <a:solidFill>
              <a:srgbClr val="5E83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93633" y="2670048"/>
            <a:ext cx="201168" cy="201168"/>
          </a:xfrm>
          <a:prstGeom prst="ellipse">
            <a:avLst/>
          </a:prstGeom>
          <a:solidFill>
            <a:srgbClr val="5E8399"/>
          </a:solidFill>
          <a:ln/>
        </p:spPr>
      </p:sp>
      <p:sp>
        <p:nvSpPr>
          <p:cNvPr id="10" name="Text 8"/>
          <p:cNvSpPr/>
          <p:nvPr/>
        </p:nvSpPr>
        <p:spPr>
          <a:xfrm>
            <a:off x="2462113" y="292608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relay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489545" y="331012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 windows · 5 rules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98889" y="3154680"/>
            <a:ext cx="258409" cy="0"/>
          </a:xfrm>
          <a:prstGeom prst="line">
            <a:avLst/>
          </a:prstGeom>
          <a:noFill/>
          <a:ln w="25400">
            <a:solidFill>
              <a:srgbClr val="5E83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75587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EF3F6"/>
          </a:solidFill>
          <a:ln w="19050">
            <a:solidFill>
              <a:srgbClr val="1F3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61387" y="2670048"/>
            <a:ext cx="201168" cy="201168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15" name="Text 13"/>
          <p:cNvSpPr/>
          <p:nvPr/>
        </p:nvSpPr>
        <p:spPr>
          <a:xfrm>
            <a:off x="4329867" y="292608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SQS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357299" y="331012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queue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66643" y="3154680"/>
            <a:ext cx="258409" cy="0"/>
          </a:xfrm>
          <a:prstGeom prst="line">
            <a:avLst/>
          </a:prstGeom>
          <a:noFill/>
          <a:ln w="25400">
            <a:solidFill>
              <a:srgbClr val="5E839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43340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EF3F6"/>
          </a:solidFill>
          <a:ln w="19050">
            <a:solidFill>
              <a:srgbClr val="1F3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29140" y="2670048"/>
            <a:ext cx="201168" cy="201168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20" name="Text 18"/>
          <p:cNvSpPr/>
          <p:nvPr/>
        </p:nvSpPr>
        <p:spPr>
          <a:xfrm>
            <a:off x="6197620" y="292608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225052" y="331012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java17 ingest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34396" y="3154680"/>
            <a:ext cx="258409" cy="0"/>
          </a:xfrm>
          <a:prstGeom prst="line">
            <a:avLst/>
          </a:prstGeom>
          <a:noFill/>
          <a:ln w="25400">
            <a:solidFill>
              <a:srgbClr val="5E839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11094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EF3F6"/>
          </a:solidFill>
          <a:ln w="19050">
            <a:solidFill>
              <a:srgbClr val="1F3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96894" y="2670048"/>
            <a:ext cx="201168" cy="201168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25" name="Text 23"/>
          <p:cNvSpPr/>
          <p:nvPr/>
        </p:nvSpPr>
        <p:spPr>
          <a:xfrm>
            <a:off x="8065374" y="292608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092806" y="331012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store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702150" y="3154680"/>
            <a:ext cx="258409" cy="0"/>
          </a:xfrm>
          <a:prstGeom prst="line">
            <a:avLst/>
          </a:prstGeom>
          <a:noFill/>
          <a:ln w="25400">
            <a:solidFill>
              <a:srgbClr val="5E83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78847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EF3F6"/>
          </a:solidFill>
          <a:ln w="19050">
            <a:solidFill>
              <a:srgbClr val="2E5E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64647" y="2670048"/>
            <a:ext cx="201168" cy="201168"/>
          </a:xfrm>
          <a:prstGeom prst="ellipse">
            <a:avLst/>
          </a:prstGeom>
          <a:solidFill>
            <a:srgbClr val="2E5E78"/>
          </a:solidFill>
          <a:ln/>
        </p:spPr>
      </p:sp>
      <p:sp>
        <p:nvSpPr>
          <p:cNvPr id="30" name="Text 28"/>
          <p:cNvSpPr/>
          <p:nvPr/>
        </p:nvSpPr>
        <p:spPr>
          <a:xfrm>
            <a:off x="9933127" y="292608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GW + S3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960559" y="331012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dashboard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3977640"/>
            <a:ext cx="344052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E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75587" y="3977640"/>
            <a:ext cx="71760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212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alert rules are assessed beside the sensors — each zone leaves the street as one compact summary every ten seconds, alerts already attached.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5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fsc-frontend-109730370597.s3.us-east-1.amazonaws.com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685800" cy="685800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920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health, all green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34086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relay online, queue reachable, Lambda deployed and records archiving — the whole chain live.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685800" cy="685800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91640" y="3337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zones, five metrics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375818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Citywide trend charts with five alert rules firing live: congestion, air quality, noise, parking and low visibility.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685800" cy="685800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00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91640" y="47548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and scales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517550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automated tests pass across sensor, fog, processor and dashboard; a 2,000-message burst absorbed by 32 parallel workers.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live dashboard here — backup video ready.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Hardest Part — a silent race at the window swap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1E3140"/>
          </a:solidFill>
          <a:ln w="15875">
            <a:solidFill>
              <a:srgbClr val="E0A4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A4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Problem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578608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posts run on four parallel threads while a timer swaps the window buffer out for flushing. A reading landing mid-swap can be written into the retired buffer after the flush has already read it — and it simply vanishes. Nothing fails; one number is just quietly missing.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041648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1E3140"/>
          </a:solidFill>
          <a:ln w="15875">
            <a:solidFill>
              <a:srgbClr val="5E8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224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839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Solution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4700016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buffer became a fenced generation: the flush closes the fence, waits for writers already inside to finish, then reads; a writer arriving after the fence retries into the fresh buffer. The ingest path stays lock-free and every reading lands in exactly one window.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2026-07-24T06:34:25Z</dcterms:created>
  <dcterms:modified xsi:type="dcterms:W3CDTF">2026-07-24T06:34:25Z</dcterms:modified>
</cp:coreProperties>
</file>