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City Operations Monitoring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Hassan Ahmed   ·   X25100963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pollution spikes and full car parks build and fade within minutes — between any two manual checks, the breach that matters happens after the clipboard leaves.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&gt; 35 µg/m³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&gt; 75 dB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Street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5E83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5E8399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devices · 2 zones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5E83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5E8399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relay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5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1F3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1F3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1F3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3F6"/>
          </a:solidFill>
          <a:ln w="19050">
            <a:solidFill>
              <a:srgbClr val="2E5E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2E5E78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alert rules are assessed beside the sensors — each zone leaves the street as one compact summary every ten seconds, alerts already attached.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5E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fsc-frontend-109730370597.s3.us-east-1.amazonaws.com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five street metrics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Traffic, air quality, noise, parking and visibility live for both city zones, with citywide trend charts.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alert rules firing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air-quality, noise, parking and low-visibility alerts each raise the instant a zone's window crosses its threshold.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PM2.5 breach on real data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tips over the 35 microgram limit on one zone and the air-quality alert appears within one ten-second window.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a silent race at the window swap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1E3140"/>
          </a:solidFill>
          <a:ln w="15875">
            <a:solidFill>
              <a:srgbClr val="E0A4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run on four parallel threads while a timer swaps the window buffer out for flushing. A reading landing mid-swap can be written into the retired buffer after the flush has already read it — and it simply vanishes. Nothing fails; one number is just quietly missing.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1E3140"/>
          </a:solidFill>
          <a:ln w="15875">
            <a:solidFill>
              <a:srgbClr val="5E8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839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buffer became a fenced generation: the flush closes the fence, waits for writers already inside to finish, then reads; a writer arriving after the fence retries into the fresh buffer. The ingest path stays lock-free and every reading lands in exactly one window.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2026-07-24T07:00:27Z</dcterms:created>
  <dcterms:modified xsi:type="dcterms:W3CDTF">2026-07-24T07:00:27Z</dcterms:modified>
</cp:coreProperties>
</file>